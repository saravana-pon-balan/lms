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75f4ac8ad0_2_90:notes"/>
          <p:cNvSpPr/>
          <p:nvPr>
            <p:ph idx="2" type="sldImg"/>
          </p:nvPr>
        </p:nvSpPr>
        <p:spPr>
          <a:xfrm>
            <a:off x="381198" y="685800"/>
            <a:ext cx="6094523" cy="3427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g275f4ac8ad0_2_90:notes"/>
          <p:cNvSpPr txBox="1"/>
          <p:nvPr>
            <p:ph idx="1" type="body"/>
          </p:nvPr>
        </p:nvSpPr>
        <p:spPr>
          <a:xfrm>
            <a:off x="685800" y="4343400"/>
            <a:ext cx="5485320" cy="41137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43" name="Google Shape;143;g275f4ac8ad0_2_90:notes"/>
          <p:cNvSpPr txBox="1"/>
          <p:nvPr>
            <p:ph idx="11" type="ftr"/>
          </p:nvPr>
        </p:nvSpPr>
        <p:spPr>
          <a:xfrm>
            <a:off x="0" y="8685360"/>
            <a:ext cx="2970720" cy="4561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75f4ac8ad0_2_99:notes"/>
          <p:cNvSpPr/>
          <p:nvPr>
            <p:ph idx="2" type="sldImg"/>
          </p:nvPr>
        </p:nvSpPr>
        <p:spPr>
          <a:xfrm>
            <a:off x="381198" y="685800"/>
            <a:ext cx="6094523" cy="3427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g275f4ac8ad0_2_99:notes"/>
          <p:cNvSpPr txBox="1"/>
          <p:nvPr>
            <p:ph idx="1" type="body"/>
          </p:nvPr>
        </p:nvSpPr>
        <p:spPr>
          <a:xfrm>
            <a:off x="685800" y="4343400"/>
            <a:ext cx="5485320" cy="41137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52" name="Google Shape;152;g275f4ac8ad0_2_99:notes"/>
          <p:cNvSpPr txBox="1"/>
          <p:nvPr>
            <p:ph idx="11" type="ftr"/>
          </p:nvPr>
        </p:nvSpPr>
        <p:spPr>
          <a:xfrm>
            <a:off x="0" y="8685360"/>
            <a:ext cx="2970720" cy="4561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90aeca7d0d_0_28: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g290aeca7d0d_0_28: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61" name="Google Shape;161;g290aeca7d0d_0_28: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90aeca7d0d_0_37: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g290aeca7d0d_0_37: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70" name="Google Shape;170;g290aeca7d0d_0_37: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4fe4167913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g24fe4167913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79" name="Google Shape;179;g24fe4167913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4de4660157_0_2: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g24de4660157_0_2: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88" name="Google Shape;188;g24de4660157_0_2: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4fea1442f0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g24fea1442f0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197" name="Google Shape;197;g24fea1442f0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ba39ab0e9e_0_17: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g2ba39ab0e9e_0_17: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06" name="Google Shape;206;g2ba39ab0e9e_0_17: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4fea1442f0_0_11: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g24fea1442f0_0_11: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15" name="Google Shape;215;g24fea1442f0_0_11: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903d2901e5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g2903d2901e5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24" name="Google Shape;224;g2903d2901e5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903d2901e5_0_21: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g2903d2901e5_0_21: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33" name="Google Shape;233;g2903d2901e5_0_21: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4fc696f5d8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g24fc696f5d8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42" name="Google Shape;242;g24fc696f5d8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90aeca7d0d_0_9: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g290aeca7d0d_0_9: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51" name="Google Shape;251;g290aeca7d0d_0_9: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90aeca7d0d_0_1: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g290aeca7d0d_0_1: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60" name="Google Shape;260;g290aeca7d0d_0_1: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4fc696f5d8_0_8: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g24fc696f5d8_0_8: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269" name="Google Shape;269;g24fc696f5d8_0_8: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ba39ab0e9e_0_0: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g2ba39ab0e9e_0_0: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11" name="Google Shape;311;g2ba39ab0e9e_0_0: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ba3ff624cc_0_14: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g2ba3ff624cc_0_14: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20" name="Google Shape;320;g2ba3ff624cc_0_14: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ba3ff624cc_0_24: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g2ba3ff624cc_0_24: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29" name="Google Shape;329;g2ba3ff624cc_0_24: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ba3ff624cc_0_37:notes"/>
          <p:cNvSpPr/>
          <p:nvPr>
            <p:ph idx="2" type="sldImg"/>
          </p:nvPr>
        </p:nvSpPr>
        <p:spPr>
          <a:xfrm>
            <a:off x="381198" y="685800"/>
            <a:ext cx="6094500" cy="3427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g2ba3ff624cc_0_37:notes"/>
          <p:cNvSpPr txBox="1"/>
          <p:nvPr>
            <p:ph idx="1" type="body"/>
          </p:nvPr>
        </p:nvSpPr>
        <p:spPr>
          <a:xfrm>
            <a:off x="685800" y="4343400"/>
            <a:ext cx="5485200" cy="411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38" name="Google Shape;338;g2ba3ff624cc_0_37:notes"/>
          <p:cNvSpPr txBox="1"/>
          <p:nvPr>
            <p:ph idx="11" type="ftr"/>
          </p:nvPr>
        </p:nvSpPr>
        <p:spPr>
          <a:xfrm>
            <a:off x="0" y="8685360"/>
            <a:ext cx="2970600" cy="456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75f4ac8ad0_2_115:notes"/>
          <p:cNvSpPr/>
          <p:nvPr>
            <p:ph idx="2" type="sldImg"/>
          </p:nvPr>
        </p:nvSpPr>
        <p:spPr>
          <a:xfrm>
            <a:off x="381198" y="685800"/>
            <a:ext cx="6094523" cy="3427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g275f4ac8ad0_2_115:notes"/>
          <p:cNvSpPr txBox="1"/>
          <p:nvPr>
            <p:ph idx="1" type="body"/>
          </p:nvPr>
        </p:nvSpPr>
        <p:spPr>
          <a:xfrm>
            <a:off x="685800" y="4343400"/>
            <a:ext cx="5485320" cy="41137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
        <p:nvSpPr>
          <p:cNvPr id="347" name="Google Shape;347;g275f4ac8ad0_2_115:notes"/>
          <p:cNvSpPr txBox="1"/>
          <p:nvPr>
            <p:ph idx="11" type="ftr"/>
          </p:nvPr>
        </p:nvSpPr>
        <p:spPr>
          <a:xfrm>
            <a:off x="0" y="8685360"/>
            <a:ext cx="2970720" cy="4561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DEPARTMENT OF COMPUTER SCIENCE &amp; ENGINEERING           THAMIRABHARANI ENGINEERING COLLEGE</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6" name="Shape 56"/>
        <p:cNvGrpSpPr/>
        <p:nvPr/>
      </p:nvGrpSpPr>
      <p:grpSpPr>
        <a:xfrm>
          <a:off x="0" y="0"/>
          <a:ext cx="0" cy="0"/>
          <a:chOff x="0" y="0"/>
          <a:chExt cx="0" cy="0"/>
        </a:xfrm>
      </p:grpSpPr>
      <p:sp>
        <p:nvSpPr>
          <p:cNvPr id="57" name="Google Shape;57;p14"/>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58" name="Google Shape;58;p14"/>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0" name="Shape 60"/>
        <p:cNvGrpSpPr/>
        <p:nvPr/>
      </p:nvGrpSpPr>
      <p:grpSpPr>
        <a:xfrm>
          <a:off x="0" y="0"/>
          <a:ext cx="0" cy="0"/>
          <a:chOff x="0" y="0"/>
          <a:chExt cx="0" cy="0"/>
        </a:xfrm>
      </p:grpSpPr>
      <p:sp>
        <p:nvSpPr>
          <p:cNvPr id="61" name="Google Shape;61;p15"/>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62" name="Google Shape;62;p15"/>
          <p:cNvSpPr txBox="1"/>
          <p:nvPr>
            <p:ph idx="1" type="subTitle"/>
          </p:nvPr>
        </p:nvSpPr>
        <p:spPr>
          <a:xfrm>
            <a:off x="456923" y="1203390"/>
            <a:ext cx="8229268" cy="29829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63" name="Google Shape;63;p15"/>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64" name="Google Shape;64;p15"/>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68" name="Google Shape;68;p16"/>
          <p:cNvSpPr txBox="1"/>
          <p:nvPr>
            <p:ph idx="1" type="body"/>
          </p:nvPr>
        </p:nvSpPr>
        <p:spPr>
          <a:xfrm>
            <a:off x="456923" y="1203390"/>
            <a:ext cx="8229268"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69" name="Google Shape;69;p16"/>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70" name="Google Shape;70;p16"/>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6"/>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2" name="Shape 72"/>
        <p:cNvGrpSpPr/>
        <p:nvPr/>
      </p:nvGrpSpPr>
      <p:grpSpPr>
        <a:xfrm>
          <a:off x="0" y="0"/>
          <a:ext cx="0" cy="0"/>
          <a:chOff x="0" y="0"/>
          <a:chExt cx="0" cy="0"/>
        </a:xfrm>
      </p:grpSpPr>
      <p:sp>
        <p:nvSpPr>
          <p:cNvPr id="73" name="Google Shape;73;p17"/>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74" name="Google Shape;74;p17"/>
          <p:cNvSpPr txBox="1"/>
          <p:nvPr>
            <p:ph idx="1" type="body"/>
          </p:nvPr>
        </p:nvSpPr>
        <p:spPr>
          <a:xfrm>
            <a:off x="456923" y="1203390"/>
            <a:ext cx="4015606"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75" name="Google Shape;75;p17"/>
          <p:cNvSpPr txBox="1"/>
          <p:nvPr>
            <p:ph idx="2" type="body"/>
          </p:nvPr>
        </p:nvSpPr>
        <p:spPr>
          <a:xfrm>
            <a:off x="4673575" y="1203390"/>
            <a:ext cx="4015606"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76" name="Google Shape;76;p17"/>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77" name="Google Shape;77;p17"/>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7"/>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8"/>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81" name="Google Shape;81;p18"/>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82" name="Google Shape;82;p18"/>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83" name="Google Shape;83;p18"/>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4" name="Shape 84"/>
        <p:cNvGrpSpPr/>
        <p:nvPr/>
      </p:nvGrpSpPr>
      <p:grpSpPr>
        <a:xfrm>
          <a:off x="0" y="0"/>
          <a:ext cx="0" cy="0"/>
          <a:chOff x="0" y="0"/>
          <a:chExt cx="0" cy="0"/>
        </a:xfrm>
      </p:grpSpPr>
      <p:sp>
        <p:nvSpPr>
          <p:cNvPr id="85" name="Google Shape;85;p19"/>
          <p:cNvSpPr txBox="1"/>
          <p:nvPr>
            <p:ph idx="1" type="subTitle"/>
          </p:nvPr>
        </p:nvSpPr>
        <p:spPr>
          <a:xfrm>
            <a:off x="456923" y="205200"/>
            <a:ext cx="8229268" cy="39808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86" name="Google Shape;86;p19"/>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87" name="Google Shape;87;p19"/>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19"/>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9" name="Shape 89"/>
        <p:cNvGrpSpPr/>
        <p:nvPr/>
      </p:nvGrpSpPr>
      <p:grpSpPr>
        <a:xfrm>
          <a:off x="0" y="0"/>
          <a:ext cx="0" cy="0"/>
          <a:chOff x="0" y="0"/>
          <a:chExt cx="0" cy="0"/>
        </a:xfrm>
      </p:grpSpPr>
      <p:sp>
        <p:nvSpPr>
          <p:cNvPr id="90" name="Google Shape;90;p20"/>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91" name="Google Shape;91;p20"/>
          <p:cNvSpPr txBox="1"/>
          <p:nvPr>
            <p:ph idx="1" type="body"/>
          </p:nvPr>
        </p:nvSpPr>
        <p:spPr>
          <a:xfrm>
            <a:off x="456923"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92" name="Google Shape;92;p20"/>
          <p:cNvSpPr txBox="1"/>
          <p:nvPr>
            <p:ph idx="2" type="body"/>
          </p:nvPr>
        </p:nvSpPr>
        <p:spPr>
          <a:xfrm>
            <a:off x="4673575" y="1203390"/>
            <a:ext cx="4015606"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93" name="Google Shape;93;p20"/>
          <p:cNvSpPr txBox="1"/>
          <p:nvPr>
            <p:ph idx="3" type="body"/>
          </p:nvPr>
        </p:nvSpPr>
        <p:spPr>
          <a:xfrm>
            <a:off x="456923" y="276156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94" name="Google Shape;94;p20"/>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95" name="Google Shape;95;p20"/>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20"/>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97" name="Shape 97"/>
        <p:cNvGrpSpPr/>
        <p:nvPr/>
      </p:nvGrpSpPr>
      <p:grpSpPr>
        <a:xfrm>
          <a:off x="0" y="0"/>
          <a:ext cx="0" cy="0"/>
          <a:chOff x="0" y="0"/>
          <a:chExt cx="0" cy="0"/>
        </a:xfrm>
      </p:grpSpPr>
      <p:sp>
        <p:nvSpPr>
          <p:cNvPr id="98" name="Google Shape;98;p21"/>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99" name="Google Shape;99;p21"/>
          <p:cNvSpPr txBox="1"/>
          <p:nvPr>
            <p:ph idx="1" type="body"/>
          </p:nvPr>
        </p:nvSpPr>
        <p:spPr>
          <a:xfrm>
            <a:off x="456923" y="1203390"/>
            <a:ext cx="4015606"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0" name="Google Shape;100;p21"/>
          <p:cNvSpPr txBox="1"/>
          <p:nvPr>
            <p:ph idx="2" type="body"/>
          </p:nvPr>
        </p:nvSpPr>
        <p:spPr>
          <a:xfrm>
            <a:off x="4673575"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1" name="Google Shape;101;p21"/>
          <p:cNvSpPr txBox="1"/>
          <p:nvPr>
            <p:ph idx="3" type="body"/>
          </p:nvPr>
        </p:nvSpPr>
        <p:spPr>
          <a:xfrm>
            <a:off x="4673575" y="276156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2" name="Google Shape;102;p21"/>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03" name="Google Shape;103;p21"/>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21"/>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05" name="Shape 105"/>
        <p:cNvGrpSpPr/>
        <p:nvPr/>
      </p:nvGrpSpPr>
      <p:grpSpPr>
        <a:xfrm>
          <a:off x="0" y="0"/>
          <a:ext cx="0" cy="0"/>
          <a:chOff x="0" y="0"/>
          <a:chExt cx="0" cy="0"/>
        </a:xfrm>
      </p:grpSpPr>
      <p:sp>
        <p:nvSpPr>
          <p:cNvPr id="106" name="Google Shape;106;p22"/>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07" name="Google Shape;107;p22"/>
          <p:cNvSpPr txBox="1"/>
          <p:nvPr>
            <p:ph idx="1" type="body"/>
          </p:nvPr>
        </p:nvSpPr>
        <p:spPr>
          <a:xfrm>
            <a:off x="456923"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8" name="Google Shape;108;p22"/>
          <p:cNvSpPr txBox="1"/>
          <p:nvPr>
            <p:ph idx="2" type="body"/>
          </p:nvPr>
        </p:nvSpPr>
        <p:spPr>
          <a:xfrm>
            <a:off x="4673575"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09" name="Google Shape;109;p22"/>
          <p:cNvSpPr txBox="1"/>
          <p:nvPr>
            <p:ph idx="3" type="body"/>
          </p:nvPr>
        </p:nvSpPr>
        <p:spPr>
          <a:xfrm>
            <a:off x="456923" y="2761560"/>
            <a:ext cx="8229268"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10" name="Google Shape;110;p22"/>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11" name="Google Shape;111;p22"/>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2"/>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15" name="Google Shape;115;p23"/>
          <p:cNvSpPr txBox="1"/>
          <p:nvPr>
            <p:ph idx="1" type="body"/>
          </p:nvPr>
        </p:nvSpPr>
        <p:spPr>
          <a:xfrm>
            <a:off x="456923" y="1203390"/>
            <a:ext cx="8229268"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16" name="Google Shape;116;p23"/>
          <p:cNvSpPr txBox="1"/>
          <p:nvPr>
            <p:ph idx="2" type="body"/>
          </p:nvPr>
        </p:nvSpPr>
        <p:spPr>
          <a:xfrm>
            <a:off x="456923" y="2761560"/>
            <a:ext cx="8229268"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17" name="Google Shape;117;p23"/>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18" name="Google Shape;118;p23"/>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3"/>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20" name="Shape 120"/>
        <p:cNvGrpSpPr/>
        <p:nvPr/>
      </p:nvGrpSpPr>
      <p:grpSpPr>
        <a:xfrm>
          <a:off x="0" y="0"/>
          <a:ext cx="0" cy="0"/>
          <a:chOff x="0" y="0"/>
          <a:chExt cx="0" cy="0"/>
        </a:xfrm>
      </p:grpSpPr>
      <p:sp>
        <p:nvSpPr>
          <p:cNvPr id="121" name="Google Shape;121;p24"/>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22" name="Google Shape;122;p24"/>
          <p:cNvSpPr txBox="1"/>
          <p:nvPr>
            <p:ph idx="1" type="body"/>
          </p:nvPr>
        </p:nvSpPr>
        <p:spPr>
          <a:xfrm>
            <a:off x="456923"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23" name="Google Shape;123;p24"/>
          <p:cNvSpPr txBox="1"/>
          <p:nvPr>
            <p:ph idx="2" type="body"/>
          </p:nvPr>
        </p:nvSpPr>
        <p:spPr>
          <a:xfrm>
            <a:off x="4673575" y="120339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24" name="Google Shape;124;p24"/>
          <p:cNvSpPr txBox="1"/>
          <p:nvPr>
            <p:ph idx="3" type="body"/>
          </p:nvPr>
        </p:nvSpPr>
        <p:spPr>
          <a:xfrm>
            <a:off x="456923" y="276156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25" name="Google Shape;125;p24"/>
          <p:cNvSpPr txBox="1"/>
          <p:nvPr>
            <p:ph idx="4" type="body"/>
          </p:nvPr>
        </p:nvSpPr>
        <p:spPr>
          <a:xfrm>
            <a:off x="4673575" y="2761560"/>
            <a:ext cx="4015606"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26" name="Google Shape;126;p24"/>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27" name="Google Shape;127;p24"/>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24"/>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29" name="Shape 129"/>
        <p:cNvGrpSpPr/>
        <p:nvPr/>
      </p:nvGrpSpPr>
      <p:grpSpPr>
        <a:xfrm>
          <a:off x="0" y="0"/>
          <a:ext cx="0" cy="0"/>
          <a:chOff x="0" y="0"/>
          <a:chExt cx="0" cy="0"/>
        </a:xfrm>
      </p:grpSpPr>
      <p:sp>
        <p:nvSpPr>
          <p:cNvPr id="130" name="Google Shape;130;p25"/>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31" name="Google Shape;131;p25"/>
          <p:cNvSpPr txBox="1"/>
          <p:nvPr>
            <p:ph idx="1" type="body"/>
          </p:nvPr>
        </p:nvSpPr>
        <p:spPr>
          <a:xfrm>
            <a:off x="456923" y="120339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2" name="Google Shape;132;p25"/>
          <p:cNvSpPr txBox="1"/>
          <p:nvPr>
            <p:ph idx="2" type="body"/>
          </p:nvPr>
        </p:nvSpPr>
        <p:spPr>
          <a:xfrm>
            <a:off x="3239335" y="120339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3" name="Google Shape;133;p25"/>
          <p:cNvSpPr txBox="1"/>
          <p:nvPr>
            <p:ph idx="3" type="body"/>
          </p:nvPr>
        </p:nvSpPr>
        <p:spPr>
          <a:xfrm>
            <a:off x="6021415" y="120339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4" name="Google Shape;134;p25"/>
          <p:cNvSpPr txBox="1"/>
          <p:nvPr>
            <p:ph idx="4" type="body"/>
          </p:nvPr>
        </p:nvSpPr>
        <p:spPr>
          <a:xfrm>
            <a:off x="456923" y="276156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5" name="Google Shape;135;p25"/>
          <p:cNvSpPr txBox="1"/>
          <p:nvPr>
            <p:ph idx="5" type="body"/>
          </p:nvPr>
        </p:nvSpPr>
        <p:spPr>
          <a:xfrm>
            <a:off x="3239335" y="276156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6" name="Google Shape;136;p25"/>
          <p:cNvSpPr txBox="1"/>
          <p:nvPr>
            <p:ph idx="6" type="body"/>
          </p:nvPr>
        </p:nvSpPr>
        <p:spPr>
          <a:xfrm>
            <a:off x="6021415" y="2761560"/>
            <a:ext cx="2649489" cy="142263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200"/>
              <a:buNone/>
              <a:defRPr/>
            </a:lvl1pPr>
            <a:lvl2pPr indent="-228600" lvl="1" marL="914400" algn="l">
              <a:spcBef>
                <a:spcPts val="0"/>
              </a:spcBef>
              <a:spcAft>
                <a:spcPts val="0"/>
              </a:spcAft>
              <a:buSzPts val="1200"/>
              <a:buNone/>
              <a:defRPr/>
            </a:lvl2pPr>
            <a:lvl3pPr indent="-228600" lvl="2" marL="1371600" algn="l">
              <a:spcBef>
                <a:spcPts val="0"/>
              </a:spcBef>
              <a:spcAft>
                <a:spcPts val="0"/>
              </a:spcAft>
              <a:buSzPts val="1200"/>
              <a:buNone/>
              <a:defRPr/>
            </a:lvl3pPr>
            <a:lvl4pPr indent="-228600" lvl="3" marL="1828800" algn="l">
              <a:spcBef>
                <a:spcPts val="0"/>
              </a:spcBef>
              <a:spcAft>
                <a:spcPts val="0"/>
              </a:spcAft>
              <a:buSzPts val="1200"/>
              <a:buNone/>
              <a:defRPr/>
            </a:lvl4pPr>
            <a:lvl5pPr indent="-228600" lvl="4" marL="2286000" algn="l">
              <a:spcBef>
                <a:spcPts val="0"/>
              </a:spcBef>
              <a:spcAft>
                <a:spcPts val="0"/>
              </a:spcAft>
              <a:buSzPts val="1200"/>
              <a:buNone/>
              <a:defRPr/>
            </a:lvl5pPr>
            <a:lvl6pPr indent="-228600" lvl="5" marL="2743200" algn="l">
              <a:spcBef>
                <a:spcPts val="0"/>
              </a:spcBef>
              <a:spcAft>
                <a:spcPts val="0"/>
              </a:spcAft>
              <a:buSzPts val="1200"/>
              <a:buNone/>
              <a:defRPr/>
            </a:lvl6pPr>
            <a:lvl7pPr indent="-228600" lvl="6" marL="3200400" algn="l">
              <a:spcBef>
                <a:spcPts val="0"/>
              </a:spcBef>
              <a:spcAft>
                <a:spcPts val="0"/>
              </a:spcAft>
              <a:buSzPts val="1200"/>
              <a:buNone/>
              <a:defRPr/>
            </a:lvl7pPr>
            <a:lvl8pPr indent="-228600" lvl="7" marL="3657600" algn="l">
              <a:spcBef>
                <a:spcPts val="0"/>
              </a:spcBef>
              <a:spcAft>
                <a:spcPts val="0"/>
              </a:spcAft>
              <a:buSzPts val="1200"/>
              <a:buNone/>
              <a:defRPr/>
            </a:lvl8pPr>
            <a:lvl9pPr indent="-228600" lvl="8" marL="4114800" algn="l">
              <a:spcBef>
                <a:spcPts val="0"/>
              </a:spcBef>
              <a:spcAft>
                <a:spcPts val="0"/>
              </a:spcAft>
              <a:buSzPts val="1200"/>
              <a:buNone/>
              <a:defRPr/>
            </a:lvl9pPr>
          </a:lstStyle>
          <a:p/>
        </p:txBody>
      </p:sp>
      <p:sp>
        <p:nvSpPr>
          <p:cNvPr id="137" name="Google Shape;137;p25"/>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algn="ctr">
              <a:lnSpc>
                <a:spcPct val="100000"/>
              </a:lnSpc>
              <a:spcBef>
                <a:spcPts val="0"/>
              </a:spcBef>
              <a:spcAft>
                <a:spcPts val="0"/>
              </a:spcAft>
              <a:buClr>
                <a:srgbClr val="8B8B8B"/>
              </a:buClr>
              <a:buSzPts val="16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
        <p:nvSpPr>
          <p:cNvPr id="138" name="Google Shape;138;p25"/>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1200"/>
              <a:buFont typeface="Calibri"/>
              <a:buNone/>
              <a:defRPr b="0" sz="12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25"/>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idx="11" type="ftr"/>
          </p:nvPr>
        </p:nvSpPr>
        <p:spPr>
          <a:xfrm>
            <a:off x="3124357" y="4767390"/>
            <a:ext cx="2894732" cy="272970"/>
          </a:xfrm>
          <a:prstGeom prst="rect">
            <a:avLst/>
          </a:prstGeom>
          <a:noFill/>
          <a:ln>
            <a:noFill/>
          </a:ln>
        </p:spPr>
        <p:txBody>
          <a:bodyPr anchorCtr="0" anchor="ctr" bIns="46400" lIns="92825" spcFirstLastPara="1" rIns="92825" wrap="square" tIns="46400">
            <a:noAutofit/>
          </a:bodyPr>
          <a:lstStyle>
            <a:lvl1pPr lvl="0" marR="0" rtl="0" algn="ctr">
              <a:lnSpc>
                <a:spcPct val="100000"/>
              </a:lnSpc>
              <a:spcBef>
                <a:spcPts val="0"/>
              </a:spcBef>
              <a:spcAft>
                <a:spcPts val="0"/>
              </a:spcAft>
              <a:buClr>
                <a:srgbClr val="8B8B8B"/>
              </a:buClr>
              <a:buSzPts val="1200"/>
              <a:buFont typeface="Calibri"/>
              <a:buNone/>
              <a:defRPr b="0" i="0" sz="1200" u="none" cap="none" strike="noStrike">
                <a:solidFill>
                  <a:srgbClr val="8B8B8B"/>
                </a:solidFill>
                <a:latin typeface="Calibri"/>
                <a:ea typeface="Calibri"/>
                <a:cs typeface="Calibri"/>
                <a:sym typeface="Calibri"/>
              </a:defRPr>
            </a:lvl1pPr>
            <a:lvl2pPr lvl="1" marR="0" rtl="0" algn="l">
              <a:spcBef>
                <a:spcPts val="0"/>
              </a:spcBef>
              <a:spcAft>
                <a:spcPts val="0"/>
              </a:spcAft>
              <a:buSzPts val="1200"/>
              <a:buNone/>
              <a:defRPr b="0" i="0" sz="1600" u="none" cap="none" strike="noStrike"/>
            </a:lvl2pPr>
            <a:lvl3pPr lvl="2" marR="0" rtl="0" algn="l">
              <a:spcBef>
                <a:spcPts val="0"/>
              </a:spcBef>
              <a:spcAft>
                <a:spcPts val="0"/>
              </a:spcAft>
              <a:buSzPts val="1200"/>
              <a:buNone/>
              <a:defRPr b="0" i="0" sz="1600" u="none" cap="none" strike="noStrike"/>
            </a:lvl3pPr>
            <a:lvl4pPr lvl="3" marR="0" rtl="0" algn="l">
              <a:spcBef>
                <a:spcPts val="0"/>
              </a:spcBef>
              <a:spcAft>
                <a:spcPts val="0"/>
              </a:spcAft>
              <a:buSzPts val="1200"/>
              <a:buNone/>
              <a:defRPr b="0" i="0" sz="1600" u="none" cap="none" strike="noStrike"/>
            </a:lvl4pPr>
            <a:lvl5pPr lvl="4" marR="0" rtl="0" algn="l">
              <a:spcBef>
                <a:spcPts val="0"/>
              </a:spcBef>
              <a:spcAft>
                <a:spcPts val="0"/>
              </a:spcAft>
              <a:buSzPts val="1200"/>
              <a:buNone/>
              <a:defRPr b="0" i="0" sz="1600" u="none" cap="none" strike="noStrike"/>
            </a:lvl5pPr>
            <a:lvl6pPr lvl="5" marR="0" rtl="0" algn="l">
              <a:spcBef>
                <a:spcPts val="0"/>
              </a:spcBef>
              <a:spcAft>
                <a:spcPts val="0"/>
              </a:spcAft>
              <a:buSzPts val="1200"/>
              <a:buNone/>
              <a:defRPr b="0" i="0" sz="1600" u="none" cap="none" strike="noStrike"/>
            </a:lvl6pPr>
            <a:lvl7pPr lvl="6" marR="0" rtl="0" algn="l">
              <a:spcBef>
                <a:spcPts val="0"/>
              </a:spcBef>
              <a:spcAft>
                <a:spcPts val="0"/>
              </a:spcAft>
              <a:buSzPts val="1200"/>
              <a:buNone/>
              <a:defRPr b="0" i="0" sz="1600" u="none" cap="none" strike="noStrike"/>
            </a:lvl7pPr>
            <a:lvl8pPr lvl="7" marR="0" rtl="0" algn="l">
              <a:spcBef>
                <a:spcPts val="0"/>
              </a:spcBef>
              <a:spcAft>
                <a:spcPts val="0"/>
              </a:spcAft>
              <a:buSzPts val="1200"/>
              <a:buNone/>
              <a:defRPr b="0" i="0" sz="1600" u="none" cap="none" strike="noStrike"/>
            </a:lvl8pPr>
            <a:lvl9pPr lvl="8" marR="0" rtl="0" algn="l">
              <a:spcBef>
                <a:spcPts val="0"/>
              </a:spcBef>
              <a:spcAft>
                <a:spcPts val="0"/>
              </a:spcAft>
              <a:buSzPts val="1200"/>
              <a:buNone/>
              <a:defRPr b="0" i="0" sz="1600" u="none" cap="none" strike="noStrike"/>
            </a:lvl9pPr>
          </a:lstStyle>
          <a:p/>
        </p:txBody>
      </p:sp>
      <p:sp>
        <p:nvSpPr>
          <p:cNvPr id="52" name="Google Shape;52;p13"/>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lvl1pPr indent="0" lvl="0"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1pPr>
            <a:lvl2pPr indent="0" lvl="1"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2pPr>
            <a:lvl3pPr indent="0" lvl="2"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3pPr>
            <a:lvl4pPr indent="0" lvl="3"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4pPr>
            <a:lvl5pPr indent="0" lvl="4"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5pPr>
            <a:lvl6pPr indent="0" lvl="5"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6pPr>
            <a:lvl7pPr indent="0" lvl="6"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7pPr>
            <a:lvl8pPr indent="0" lvl="7"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8pPr>
            <a:lvl9pPr indent="0" lvl="8" marL="0" marR="0" rtl="0" algn="r">
              <a:lnSpc>
                <a:spcPct val="100000"/>
              </a:lnSpc>
              <a:spcBef>
                <a:spcPts val="0"/>
              </a:spcBef>
              <a:buClr>
                <a:srgbClr val="8B8B8B"/>
              </a:buClr>
              <a:buSzPts val="1200"/>
              <a:buFont typeface="Calibri"/>
              <a:buNone/>
              <a:defRPr b="0" i="0" sz="12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latin typeface="Times New Roman"/>
              <a:ea typeface="Times New Roman"/>
              <a:cs typeface="Times New Roman"/>
              <a:sym typeface="Times New Roman"/>
            </a:endParaRPr>
          </a:p>
        </p:txBody>
      </p:sp>
      <p:sp>
        <p:nvSpPr>
          <p:cNvPr id="53" name="Google Shape;53;p13"/>
          <p:cNvSpPr txBox="1"/>
          <p:nvPr>
            <p:ph idx="10" type="dt"/>
          </p:nvPr>
        </p:nvSpPr>
        <p:spPr>
          <a:xfrm>
            <a:off x="457255" y="4767390"/>
            <a:ext cx="2132751" cy="272970"/>
          </a:xfrm>
          <a:prstGeom prst="rect">
            <a:avLst/>
          </a:prstGeom>
          <a:noFill/>
          <a:ln>
            <a:noFill/>
          </a:ln>
        </p:spPr>
        <p:txBody>
          <a:bodyPr anchorCtr="0" anchor="ctr" bIns="46400" lIns="92825" spcFirstLastPara="1" rIns="92825" wrap="square" tIns="46400">
            <a:noAutofit/>
          </a:bodyPr>
          <a:lstStyle>
            <a:lvl1pPr lvl="0" marR="0" rtl="0" algn="l">
              <a:spcBef>
                <a:spcPts val="0"/>
              </a:spcBef>
              <a:spcAft>
                <a:spcPts val="0"/>
              </a:spcAft>
              <a:buSzPts val="1200"/>
              <a:buNone/>
              <a:defRPr b="0" i="0" sz="1200" u="none" cap="none" strike="noStrike">
                <a:latin typeface="Times New Roman"/>
                <a:ea typeface="Times New Roman"/>
                <a:cs typeface="Times New Roman"/>
                <a:sym typeface="Times New Roman"/>
              </a:defRPr>
            </a:lvl1pPr>
            <a:lvl2pPr lvl="1" marR="0" rtl="0" algn="l">
              <a:spcBef>
                <a:spcPts val="0"/>
              </a:spcBef>
              <a:spcAft>
                <a:spcPts val="0"/>
              </a:spcAft>
              <a:buSzPts val="1200"/>
              <a:buNone/>
              <a:defRPr b="0" i="0" sz="1600" u="none" cap="none" strike="noStrike"/>
            </a:lvl2pPr>
            <a:lvl3pPr lvl="2" marR="0" rtl="0" algn="l">
              <a:spcBef>
                <a:spcPts val="0"/>
              </a:spcBef>
              <a:spcAft>
                <a:spcPts val="0"/>
              </a:spcAft>
              <a:buSzPts val="1200"/>
              <a:buNone/>
              <a:defRPr b="0" i="0" sz="1600" u="none" cap="none" strike="noStrike"/>
            </a:lvl3pPr>
            <a:lvl4pPr lvl="3" marR="0" rtl="0" algn="l">
              <a:spcBef>
                <a:spcPts val="0"/>
              </a:spcBef>
              <a:spcAft>
                <a:spcPts val="0"/>
              </a:spcAft>
              <a:buSzPts val="1200"/>
              <a:buNone/>
              <a:defRPr b="0" i="0" sz="1600" u="none" cap="none" strike="noStrike"/>
            </a:lvl4pPr>
            <a:lvl5pPr lvl="4" marR="0" rtl="0" algn="l">
              <a:spcBef>
                <a:spcPts val="0"/>
              </a:spcBef>
              <a:spcAft>
                <a:spcPts val="0"/>
              </a:spcAft>
              <a:buSzPts val="1200"/>
              <a:buNone/>
              <a:defRPr b="0" i="0" sz="1600" u="none" cap="none" strike="noStrike"/>
            </a:lvl5pPr>
            <a:lvl6pPr lvl="5" marR="0" rtl="0" algn="l">
              <a:spcBef>
                <a:spcPts val="0"/>
              </a:spcBef>
              <a:spcAft>
                <a:spcPts val="0"/>
              </a:spcAft>
              <a:buSzPts val="1200"/>
              <a:buNone/>
              <a:defRPr b="0" i="0" sz="1600" u="none" cap="none" strike="noStrike"/>
            </a:lvl6pPr>
            <a:lvl7pPr lvl="6" marR="0" rtl="0" algn="l">
              <a:spcBef>
                <a:spcPts val="0"/>
              </a:spcBef>
              <a:spcAft>
                <a:spcPts val="0"/>
              </a:spcAft>
              <a:buSzPts val="1200"/>
              <a:buNone/>
              <a:defRPr b="0" i="0" sz="1600" u="none" cap="none" strike="noStrike"/>
            </a:lvl7pPr>
            <a:lvl8pPr lvl="7" marR="0" rtl="0" algn="l">
              <a:spcBef>
                <a:spcPts val="0"/>
              </a:spcBef>
              <a:spcAft>
                <a:spcPts val="0"/>
              </a:spcAft>
              <a:buSzPts val="1200"/>
              <a:buNone/>
              <a:defRPr b="0" i="0" sz="1600" u="none" cap="none" strike="noStrike"/>
            </a:lvl8pPr>
            <a:lvl9pPr lvl="8" marR="0" rtl="0" algn="l">
              <a:spcBef>
                <a:spcPts val="0"/>
              </a:spcBef>
              <a:spcAft>
                <a:spcPts val="0"/>
              </a:spcAft>
              <a:buSzPts val="1200"/>
              <a:buNone/>
              <a:defRPr b="0" i="0" sz="1600" u="none" cap="none" strike="noStrike"/>
            </a:lvl9pPr>
          </a:lstStyle>
          <a:p/>
        </p:txBody>
      </p:sp>
      <p:sp>
        <p:nvSpPr>
          <p:cNvPr id="54" name="Google Shape;54;p13"/>
          <p:cNvSpPr txBox="1"/>
          <p:nvPr>
            <p:ph type="title"/>
          </p:nvPr>
        </p:nvSpPr>
        <p:spPr>
          <a:xfrm>
            <a:off x="456923" y="205200"/>
            <a:ext cx="8229268"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200"/>
              <a:buNone/>
              <a:defRPr b="0" i="0" sz="1600" u="none" cap="none" strike="noStrike"/>
            </a:lvl1pPr>
            <a:lvl2pPr lvl="1" marR="0" rtl="0" algn="l">
              <a:spcBef>
                <a:spcPts val="0"/>
              </a:spcBef>
              <a:spcAft>
                <a:spcPts val="0"/>
              </a:spcAft>
              <a:buSzPts val="1200"/>
              <a:buNone/>
              <a:defRPr b="0" i="0" sz="1600" u="none" cap="none" strike="noStrike"/>
            </a:lvl2pPr>
            <a:lvl3pPr lvl="2" marR="0" rtl="0" algn="l">
              <a:spcBef>
                <a:spcPts val="0"/>
              </a:spcBef>
              <a:spcAft>
                <a:spcPts val="0"/>
              </a:spcAft>
              <a:buSzPts val="1200"/>
              <a:buNone/>
              <a:defRPr b="0" i="0" sz="1600" u="none" cap="none" strike="noStrike"/>
            </a:lvl3pPr>
            <a:lvl4pPr lvl="3" marR="0" rtl="0" algn="l">
              <a:spcBef>
                <a:spcPts val="0"/>
              </a:spcBef>
              <a:spcAft>
                <a:spcPts val="0"/>
              </a:spcAft>
              <a:buSzPts val="1200"/>
              <a:buNone/>
              <a:defRPr b="0" i="0" sz="1600" u="none" cap="none" strike="noStrike"/>
            </a:lvl4pPr>
            <a:lvl5pPr lvl="4" marR="0" rtl="0" algn="l">
              <a:spcBef>
                <a:spcPts val="0"/>
              </a:spcBef>
              <a:spcAft>
                <a:spcPts val="0"/>
              </a:spcAft>
              <a:buSzPts val="1200"/>
              <a:buNone/>
              <a:defRPr b="0" i="0" sz="1600" u="none" cap="none" strike="noStrike"/>
            </a:lvl5pPr>
            <a:lvl6pPr lvl="5" marR="0" rtl="0" algn="l">
              <a:spcBef>
                <a:spcPts val="0"/>
              </a:spcBef>
              <a:spcAft>
                <a:spcPts val="0"/>
              </a:spcAft>
              <a:buSzPts val="1200"/>
              <a:buNone/>
              <a:defRPr b="0" i="0" sz="1600" u="none" cap="none" strike="noStrike"/>
            </a:lvl6pPr>
            <a:lvl7pPr lvl="6" marR="0" rtl="0" algn="l">
              <a:spcBef>
                <a:spcPts val="0"/>
              </a:spcBef>
              <a:spcAft>
                <a:spcPts val="0"/>
              </a:spcAft>
              <a:buSzPts val="1200"/>
              <a:buNone/>
              <a:defRPr b="0" i="0" sz="1600" u="none" cap="none" strike="noStrike"/>
            </a:lvl7pPr>
            <a:lvl8pPr lvl="7" marR="0" rtl="0" algn="l">
              <a:spcBef>
                <a:spcPts val="0"/>
              </a:spcBef>
              <a:spcAft>
                <a:spcPts val="0"/>
              </a:spcAft>
              <a:buSzPts val="1200"/>
              <a:buNone/>
              <a:defRPr b="0" i="0" sz="1600" u="none" cap="none" strike="noStrike"/>
            </a:lvl8pPr>
            <a:lvl9pPr lvl="8" marR="0" rtl="0" algn="l">
              <a:spcBef>
                <a:spcPts val="0"/>
              </a:spcBef>
              <a:spcAft>
                <a:spcPts val="0"/>
              </a:spcAft>
              <a:buSzPts val="1200"/>
              <a:buNone/>
              <a:defRPr b="0" i="0" sz="1600" u="none" cap="none" strike="noStrike"/>
            </a:lvl9pPr>
          </a:lstStyle>
          <a:p/>
        </p:txBody>
      </p:sp>
      <p:sp>
        <p:nvSpPr>
          <p:cNvPr id="55" name="Google Shape;55;p13"/>
          <p:cNvSpPr txBox="1"/>
          <p:nvPr>
            <p:ph idx="1" type="body"/>
          </p:nvPr>
        </p:nvSpPr>
        <p:spPr>
          <a:xfrm>
            <a:off x="456923" y="1203390"/>
            <a:ext cx="8229268"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200"/>
              <a:buNone/>
              <a:defRPr b="0" i="0" sz="1600" u="none" cap="none" strike="noStrike"/>
            </a:lvl1pPr>
            <a:lvl2pPr indent="-228600" lvl="1" marL="914400" marR="0" rtl="0" algn="l">
              <a:spcBef>
                <a:spcPts val="0"/>
              </a:spcBef>
              <a:spcAft>
                <a:spcPts val="0"/>
              </a:spcAft>
              <a:buSzPts val="1200"/>
              <a:buNone/>
              <a:defRPr b="0" i="0" sz="1600" u="none" cap="none" strike="noStrike"/>
            </a:lvl2pPr>
            <a:lvl3pPr indent="-228600" lvl="2" marL="1371600" marR="0" rtl="0" algn="l">
              <a:spcBef>
                <a:spcPts val="0"/>
              </a:spcBef>
              <a:spcAft>
                <a:spcPts val="0"/>
              </a:spcAft>
              <a:buSzPts val="1200"/>
              <a:buNone/>
              <a:defRPr b="0" i="0" sz="1600" u="none" cap="none" strike="noStrike"/>
            </a:lvl3pPr>
            <a:lvl4pPr indent="-228600" lvl="3" marL="1828800" marR="0" rtl="0" algn="l">
              <a:spcBef>
                <a:spcPts val="0"/>
              </a:spcBef>
              <a:spcAft>
                <a:spcPts val="0"/>
              </a:spcAft>
              <a:buSzPts val="1200"/>
              <a:buNone/>
              <a:defRPr b="0" i="0" sz="1600" u="none" cap="none" strike="noStrike"/>
            </a:lvl4pPr>
            <a:lvl5pPr indent="-228600" lvl="4" marL="2286000" marR="0" rtl="0" algn="l">
              <a:spcBef>
                <a:spcPts val="0"/>
              </a:spcBef>
              <a:spcAft>
                <a:spcPts val="0"/>
              </a:spcAft>
              <a:buSzPts val="1200"/>
              <a:buNone/>
              <a:defRPr b="0" i="0" sz="1600" u="none" cap="none" strike="noStrike"/>
            </a:lvl5pPr>
            <a:lvl6pPr indent="-228600" lvl="5" marL="2743200" marR="0" rtl="0" algn="l">
              <a:spcBef>
                <a:spcPts val="0"/>
              </a:spcBef>
              <a:spcAft>
                <a:spcPts val="0"/>
              </a:spcAft>
              <a:buSzPts val="1200"/>
              <a:buNone/>
              <a:defRPr b="0" i="0" sz="1600" u="none" cap="none" strike="noStrike"/>
            </a:lvl6pPr>
            <a:lvl7pPr indent="-228600" lvl="6" marL="3200400" marR="0" rtl="0" algn="l">
              <a:spcBef>
                <a:spcPts val="0"/>
              </a:spcBef>
              <a:spcAft>
                <a:spcPts val="0"/>
              </a:spcAft>
              <a:buSzPts val="1200"/>
              <a:buNone/>
              <a:defRPr b="0" i="0" sz="1600" u="none" cap="none" strike="noStrike"/>
            </a:lvl7pPr>
            <a:lvl8pPr indent="-228600" lvl="7" marL="3657600" marR="0" rtl="0" algn="l">
              <a:spcBef>
                <a:spcPts val="0"/>
              </a:spcBef>
              <a:spcAft>
                <a:spcPts val="0"/>
              </a:spcAft>
              <a:buSzPts val="1200"/>
              <a:buNone/>
              <a:defRPr b="0" i="0" sz="1600" u="none" cap="none" strike="noStrike"/>
            </a:lvl8pPr>
            <a:lvl9pPr indent="-228600" lvl="8" marL="4114800" marR="0" rtl="0" algn="l">
              <a:spcBef>
                <a:spcPts val="0"/>
              </a:spcBef>
              <a:spcAft>
                <a:spcPts val="0"/>
              </a:spcAft>
              <a:buSzPts val="1200"/>
              <a:buNone/>
              <a:defRPr b="0" i="0" sz="1600" u="none" cap="none" strike="noStrike"/>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7.jpg"/><Relationship Id="rId5" Type="http://schemas.openxmlformats.org/officeDocument/2006/relationships/image" Target="../media/image6.png"/><Relationship Id="rId6" Type="http://schemas.openxmlformats.org/officeDocument/2006/relationships/image" Target="../media/image3.jpg"/><Relationship Id="rId7" Type="http://schemas.openxmlformats.org/officeDocument/2006/relationships/image" Target="../media/image4.png"/><Relationship Id="rId8"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idx="4294967295" type="title"/>
          </p:nvPr>
        </p:nvSpPr>
        <p:spPr>
          <a:xfrm>
            <a:off x="281465" y="571590"/>
            <a:ext cx="8615409" cy="7992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latin typeface="Times New Roman"/>
                <a:ea typeface="Times New Roman"/>
                <a:cs typeface="Times New Roman"/>
                <a:sym typeface="Times New Roman"/>
              </a:rPr>
              <a:t>PERSONALIZED </a:t>
            </a:r>
            <a:r>
              <a:rPr b="1" i="0" lang="en" sz="3100" u="none" cap="none" strike="noStrike">
                <a:solidFill>
                  <a:srgbClr val="000000"/>
                </a:solidFill>
                <a:latin typeface="Times New Roman"/>
                <a:ea typeface="Times New Roman"/>
                <a:cs typeface="Times New Roman"/>
                <a:sym typeface="Times New Roman"/>
              </a:rPr>
              <a:t>LEARNING MANAGEMENT SYSTEM</a:t>
            </a:r>
            <a:br>
              <a:rPr i="0" lang="en" sz="2100" u="none" cap="none" strike="noStrike">
                <a:latin typeface="Times New Roman"/>
                <a:ea typeface="Times New Roman"/>
                <a:cs typeface="Times New Roman"/>
                <a:sym typeface="Times New Roman"/>
              </a:rPr>
            </a:br>
            <a:endParaRPr sz="2100">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100"/>
              <a:buFont typeface="Times New Roman"/>
              <a:buNone/>
            </a:pPr>
            <a:r>
              <a:rPr lang="en" sz="2100">
                <a:latin typeface="Times New Roman"/>
                <a:ea typeface="Times New Roman"/>
                <a:cs typeface="Times New Roman"/>
                <a:sym typeface="Times New Roman"/>
              </a:rPr>
              <a:t>FIRST</a:t>
            </a:r>
            <a:r>
              <a:rPr i="0" lang="en" sz="2100" u="none" cap="none" strike="noStrike">
                <a:solidFill>
                  <a:srgbClr val="000000"/>
                </a:solidFill>
                <a:latin typeface="Times New Roman"/>
                <a:ea typeface="Times New Roman"/>
                <a:cs typeface="Times New Roman"/>
                <a:sym typeface="Times New Roman"/>
              </a:rPr>
              <a:t> REVIEW: </a:t>
            </a:r>
            <a:r>
              <a:rPr lang="en" sz="2100">
                <a:latin typeface="Times New Roman"/>
                <a:ea typeface="Times New Roman"/>
                <a:cs typeface="Times New Roman"/>
                <a:sym typeface="Times New Roman"/>
              </a:rPr>
              <a:t>20</a:t>
            </a:r>
            <a:r>
              <a:rPr i="0" lang="en" sz="2100" u="none" cap="none" strike="noStrike">
                <a:solidFill>
                  <a:srgbClr val="000000"/>
                </a:solidFill>
                <a:latin typeface="Times New Roman"/>
                <a:ea typeface="Times New Roman"/>
                <a:cs typeface="Times New Roman"/>
                <a:sym typeface="Times New Roman"/>
              </a:rPr>
              <a:t>-</a:t>
            </a:r>
            <a:r>
              <a:rPr lang="en" sz="2100">
                <a:latin typeface="Times New Roman"/>
                <a:ea typeface="Times New Roman"/>
                <a:cs typeface="Times New Roman"/>
                <a:sym typeface="Times New Roman"/>
              </a:rPr>
              <a:t>02</a:t>
            </a:r>
            <a:r>
              <a:rPr i="0" lang="en" sz="2100" u="none" cap="none" strike="noStrike">
                <a:solidFill>
                  <a:srgbClr val="000000"/>
                </a:solidFill>
                <a:latin typeface="Times New Roman"/>
                <a:ea typeface="Times New Roman"/>
                <a:cs typeface="Times New Roman"/>
                <a:sym typeface="Times New Roman"/>
              </a:rPr>
              <a:t>-202</a:t>
            </a:r>
            <a:r>
              <a:rPr lang="en" sz="2100">
                <a:latin typeface="Times New Roman"/>
                <a:ea typeface="Times New Roman"/>
                <a:cs typeface="Times New Roman"/>
                <a:sym typeface="Times New Roman"/>
              </a:rPr>
              <a:t>4</a:t>
            </a:r>
            <a:endParaRPr i="0" sz="2100" u="none" cap="none" strike="noStrike">
              <a:latin typeface="Times New Roman"/>
              <a:ea typeface="Times New Roman"/>
              <a:cs typeface="Times New Roman"/>
              <a:sym typeface="Times New Roman"/>
            </a:endParaRPr>
          </a:p>
        </p:txBody>
      </p:sp>
      <p:sp>
        <p:nvSpPr>
          <p:cNvPr id="146" name="Google Shape;146;p26"/>
          <p:cNvSpPr txBox="1"/>
          <p:nvPr>
            <p:ph idx="4294967295" type="body"/>
          </p:nvPr>
        </p:nvSpPr>
        <p:spPr>
          <a:xfrm>
            <a:off x="281465" y="1719630"/>
            <a:ext cx="8615409" cy="3428190"/>
          </a:xfrm>
          <a:prstGeom prst="rect">
            <a:avLst/>
          </a:prstGeom>
          <a:noFill/>
          <a:ln>
            <a:noFill/>
          </a:ln>
        </p:spPr>
        <p:txBody>
          <a:bodyPr anchorCtr="0" anchor="t" bIns="46400" lIns="92825" spcFirstLastPara="1" rIns="92825" wrap="square" tIns="46400">
            <a:noAutofit/>
          </a:bodyPr>
          <a:lstStyle/>
          <a:p>
            <a:pPr indent="-393700" lvl="0" marL="393700" marR="0" rtl="0" algn="l">
              <a:lnSpc>
                <a:spcPct val="100000"/>
              </a:lnSpc>
              <a:spcBef>
                <a:spcPts val="0"/>
              </a:spcBef>
              <a:spcAft>
                <a:spcPts val="0"/>
              </a:spcAft>
              <a:buClr>
                <a:srgbClr val="000000"/>
              </a:buClr>
              <a:buSzPts val="2100"/>
              <a:buFont typeface="Times New Roman"/>
              <a:buNone/>
            </a:pPr>
            <a:r>
              <a:rPr b="1" i="0" lang="en" sz="2100" u="none" cap="none" strike="noStrike">
                <a:solidFill>
                  <a:srgbClr val="000000"/>
                </a:solidFill>
                <a:latin typeface="Times New Roman"/>
                <a:ea typeface="Times New Roman"/>
                <a:cs typeface="Times New Roman"/>
                <a:sym typeface="Times New Roman"/>
              </a:rPr>
              <a:t>	TEAM MEMBERS:</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1. ARAVINDH L					(953120104006)</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2. </a:t>
            </a:r>
            <a:r>
              <a:rPr lang="en" sz="2100">
                <a:solidFill>
                  <a:schemeClr val="dk1"/>
                </a:solidFill>
                <a:latin typeface="Times New Roman"/>
                <a:ea typeface="Times New Roman"/>
                <a:cs typeface="Times New Roman"/>
                <a:sym typeface="Times New Roman"/>
              </a:rPr>
              <a:t>LAKSHMANAN S</a:t>
            </a:r>
            <a:r>
              <a:rPr i="0" lang="en" sz="2100" u="none" cap="none" strike="noStrike">
                <a:solidFill>
                  <a:srgbClr val="000000"/>
                </a:solidFill>
                <a:latin typeface="Times New Roman"/>
                <a:ea typeface="Times New Roman"/>
                <a:cs typeface="Times New Roman"/>
                <a:sym typeface="Times New Roman"/>
              </a:rPr>
              <a:t>			(9531201040</a:t>
            </a:r>
            <a:r>
              <a:rPr lang="en" sz="2100">
                <a:latin typeface="Times New Roman"/>
                <a:ea typeface="Times New Roman"/>
                <a:cs typeface="Times New Roman"/>
                <a:sym typeface="Times New Roman"/>
              </a:rPr>
              <a:t>19</a:t>
            </a:r>
            <a:r>
              <a:rPr i="0" lang="en" sz="2100" u="none" cap="none" strike="noStrike">
                <a:solidFill>
                  <a:srgbClr val="000000"/>
                </a:solidFill>
                <a:latin typeface="Times New Roman"/>
                <a:ea typeface="Times New Roman"/>
                <a:cs typeface="Times New Roman"/>
                <a:sym typeface="Times New Roman"/>
              </a:rPr>
              <a:t>)</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3. </a:t>
            </a:r>
            <a:r>
              <a:rPr lang="en" sz="2100">
                <a:latin typeface="Times New Roman"/>
                <a:ea typeface="Times New Roman"/>
                <a:cs typeface="Times New Roman"/>
                <a:sym typeface="Times New Roman"/>
              </a:rPr>
              <a:t>MAHESH RAJA V</a:t>
            </a:r>
            <a:r>
              <a:rPr i="0" lang="en" sz="2100" u="none" cap="none" strike="noStrike">
                <a:solidFill>
                  <a:srgbClr val="000000"/>
                </a:solidFill>
                <a:latin typeface="Times New Roman"/>
                <a:ea typeface="Times New Roman"/>
                <a:cs typeface="Times New Roman"/>
                <a:sym typeface="Times New Roman"/>
              </a:rPr>
              <a:t>               	(9531201040</a:t>
            </a:r>
            <a:r>
              <a:rPr lang="en" sz="2100">
                <a:latin typeface="Times New Roman"/>
                <a:ea typeface="Times New Roman"/>
                <a:cs typeface="Times New Roman"/>
                <a:sym typeface="Times New Roman"/>
              </a:rPr>
              <a:t>22</a:t>
            </a:r>
            <a:r>
              <a:rPr i="0" lang="en" sz="2100" u="none" cap="none" strike="noStrike">
                <a:solidFill>
                  <a:srgbClr val="000000"/>
                </a:solidFill>
                <a:latin typeface="Times New Roman"/>
                <a:ea typeface="Times New Roman"/>
                <a:cs typeface="Times New Roman"/>
                <a:sym typeface="Times New Roman"/>
              </a:rPr>
              <a:t>)</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4. SARAVANA PON BALAN F    (953120104044)</a:t>
            </a:r>
            <a:endParaRPr i="0" sz="2100" u="none" cap="none" strike="noStrike">
              <a:latin typeface="Times New Roman"/>
              <a:ea typeface="Times New Roman"/>
              <a:cs typeface="Times New Roman"/>
              <a:sym typeface="Times New Roman"/>
            </a:endParaRPr>
          </a:p>
          <a:p>
            <a:pPr indent="-393700" lvl="0" marL="393700" marR="0" rtl="0" algn="l">
              <a:lnSpc>
                <a:spcPct val="100000"/>
              </a:lnSpc>
              <a:spcBef>
                <a:spcPts val="400"/>
              </a:spcBef>
              <a:spcAft>
                <a:spcPts val="0"/>
              </a:spcAft>
              <a:buSzPts val="2100"/>
              <a:buFont typeface="Arial"/>
              <a:buNone/>
            </a:pPr>
            <a:r>
              <a:t/>
            </a:r>
            <a:endParaRPr i="0" sz="2100" u="none" cap="none" strike="noStrike">
              <a:latin typeface="Times New Roman"/>
              <a:ea typeface="Times New Roman"/>
              <a:cs typeface="Times New Roman"/>
              <a:sym typeface="Times New Roman"/>
            </a:endParaRPr>
          </a:p>
          <a:p>
            <a:pPr indent="-393700" lvl="0" marL="3594100" marR="0" rtl="0" algn="l">
              <a:lnSpc>
                <a:spcPct val="100000"/>
              </a:lnSpc>
              <a:spcBef>
                <a:spcPts val="400"/>
              </a:spcBef>
              <a:spcAft>
                <a:spcPts val="0"/>
              </a:spcAft>
              <a:buClr>
                <a:srgbClr val="000000"/>
              </a:buClr>
              <a:buSzPts val="2100"/>
              <a:buFont typeface="Times New Roman"/>
              <a:buNone/>
            </a:pPr>
            <a:r>
              <a:rPr b="1" i="0" lang="en" sz="2100" u="none" cap="none" strike="noStrike">
                <a:solidFill>
                  <a:srgbClr val="000000"/>
                </a:solidFill>
                <a:latin typeface="Times New Roman"/>
                <a:ea typeface="Times New Roman"/>
                <a:cs typeface="Times New Roman"/>
                <a:sym typeface="Times New Roman"/>
              </a:rPr>
              <a:t>					 GUIDED BY</a:t>
            </a:r>
            <a:endParaRPr i="0" sz="2100" u="none" cap="none" strike="noStrike">
              <a:latin typeface="Times New Roman"/>
              <a:ea typeface="Times New Roman"/>
              <a:cs typeface="Times New Roman"/>
              <a:sym typeface="Times New Roman"/>
            </a:endParaRPr>
          </a:p>
          <a:p>
            <a:pPr indent="-393700" lvl="0" marL="35941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Mr. R. JEEVA, M.E.,</a:t>
            </a:r>
            <a:endParaRPr i="0" sz="2100" u="none" cap="none" strike="noStrike">
              <a:latin typeface="Times New Roman"/>
              <a:ea typeface="Times New Roman"/>
              <a:cs typeface="Times New Roman"/>
              <a:sym typeface="Times New Roman"/>
            </a:endParaRPr>
          </a:p>
          <a:p>
            <a:pPr indent="-393700" lvl="0" marL="3594100" marR="0" rtl="0" algn="l">
              <a:lnSpc>
                <a:spcPct val="100000"/>
              </a:lnSpc>
              <a:spcBef>
                <a:spcPts val="40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					 AP/CSE  												</a:t>
            </a:r>
            <a:endParaRPr i="0" sz="2100" u="none" cap="none" strike="noStrike">
              <a:latin typeface="Times New Roman"/>
              <a:ea typeface="Times New Roman"/>
              <a:cs typeface="Times New Roman"/>
              <a:sym typeface="Times New Roman"/>
            </a:endParaRPr>
          </a:p>
        </p:txBody>
      </p:sp>
      <p:sp>
        <p:nvSpPr>
          <p:cNvPr id="147" name="Google Shape;147;p26"/>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b="0" i="0" lang="en" sz="1200" u="none" cap="none" strike="noStrike">
                <a:solidFill>
                  <a:srgbClr val="8B8B8B"/>
                </a:solidFill>
                <a:latin typeface="Calibri"/>
                <a:ea typeface="Calibri"/>
                <a:cs typeface="Calibri"/>
                <a:sym typeface="Calibri"/>
              </a:rPr>
              <a:t>1</a:t>
            </a:r>
            <a:endParaRPr b="0" i="0" sz="1200" u="none" cap="none" strike="noStrike">
              <a:solidFill>
                <a:srgbClr val="8B8B8B"/>
              </a:solidFill>
              <a:latin typeface="Times New Roman"/>
              <a:ea typeface="Times New Roman"/>
              <a:cs typeface="Times New Roman"/>
              <a:sym typeface="Times New Roman"/>
            </a:endParaRPr>
          </a:p>
        </p:txBody>
      </p:sp>
      <p:sp>
        <p:nvSpPr>
          <p:cNvPr id="148" name="Google Shape;148;p26"/>
          <p:cNvSpPr txBox="1"/>
          <p:nvPr>
            <p:ph idx="11" type="ftr"/>
          </p:nvPr>
        </p:nvSpPr>
        <p:spPr>
          <a:xfrm>
            <a:off x="211026" y="4800600"/>
            <a:ext cx="35532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t>
            </a:r>
            <a:r>
              <a:rPr b="0" i="0" lang="en" sz="900" u="none" cap="none" strike="noStrike">
                <a:solidFill>
                  <a:srgbClr val="8B8B8B"/>
                </a:solidFill>
                <a:latin typeface="Times New Roman"/>
                <a:ea typeface="Times New Roman"/>
                <a:cs typeface="Times New Roman"/>
                <a:sym typeface="Times New Roman"/>
              </a:rPr>
              <a:t>A</a:t>
            </a:r>
            <a:r>
              <a:rPr b="0" i="0" lang="en" sz="900" u="none" cap="none" strike="noStrike">
                <a:solidFill>
                  <a:srgbClr val="8B8B8B"/>
                </a:solidFill>
                <a:latin typeface="Times New Roman"/>
                <a:ea typeface="Times New Roman"/>
                <a:cs typeface="Times New Roman"/>
                <a:sym typeface="Times New Roman"/>
              </a:rPr>
              <a:t>BHARANI ENGINEERING COLLEGE</a:t>
            </a:r>
            <a:endParaRPr b="0" i="0" sz="9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idx="4294967295" type="title"/>
          </p:nvPr>
        </p:nvSpPr>
        <p:spPr>
          <a:xfrm>
            <a:off x="0" y="0"/>
            <a:ext cx="9143114" cy="85644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latin typeface="Times New Roman"/>
                <a:ea typeface="Times New Roman"/>
                <a:cs typeface="Times New Roman"/>
                <a:sym typeface="Times New Roman"/>
              </a:rPr>
              <a:t>ABSTRACT</a:t>
            </a:r>
            <a:endParaRPr b="0" i="0" sz="3100" u="none" cap="none" strike="noStrike">
              <a:latin typeface="Arial"/>
              <a:ea typeface="Arial"/>
              <a:cs typeface="Arial"/>
              <a:sym typeface="Arial"/>
            </a:endParaRPr>
          </a:p>
        </p:txBody>
      </p:sp>
      <p:sp>
        <p:nvSpPr>
          <p:cNvPr id="155" name="Google Shape;155;p27"/>
          <p:cNvSpPr txBox="1"/>
          <p:nvPr>
            <p:ph idx="4294967295" type="body"/>
          </p:nvPr>
        </p:nvSpPr>
        <p:spPr>
          <a:xfrm>
            <a:off x="567437" y="886275"/>
            <a:ext cx="8263800" cy="3371100"/>
          </a:xfrm>
          <a:prstGeom prst="rect">
            <a:avLst/>
          </a:prstGeom>
          <a:noFill/>
          <a:ln>
            <a:noFill/>
          </a:ln>
        </p:spPr>
        <p:txBody>
          <a:bodyPr anchorCtr="0" anchor="t" bIns="46400" lIns="92825" spcFirstLastPara="1" rIns="92825" wrap="square" tIns="46400">
            <a:noAutofit/>
          </a:bodyPr>
          <a:lstStyle/>
          <a:p>
            <a:pPr indent="457200" lvl="0" marL="0" marR="0" rtl="0" algn="just">
              <a:lnSpc>
                <a:spcPct val="150000"/>
              </a:lnSpc>
              <a:spcBef>
                <a:spcPts val="0"/>
              </a:spcBef>
              <a:spcAft>
                <a:spcPts val="0"/>
              </a:spcAft>
              <a:buClr>
                <a:srgbClr val="000000"/>
              </a:buClr>
              <a:buSzPts val="2100"/>
              <a:buFont typeface="Times New Roman"/>
              <a:buNone/>
            </a:pPr>
            <a:r>
              <a:rPr lang="en" sz="2100">
                <a:latin typeface="Times New Roman"/>
                <a:ea typeface="Times New Roman"/>
                <a:cs typeface="Times New Roman"/>
                <a:sym typeface="Times New Roman"/>
              </a:rPr>
              <a:t>The Learning Management System (LMS) encompasses various components such as course videos, documents, PDF books, and interactive quizzes. Upon successful completion of final assessments, users are awarded certificates. The LMS employs a content-based filtering technique utilizing a matrix factorization algorithm to effectively understand user preferences and tailor course recommendations accordingly. Moreover, a bot integrated with Natural Language Processing provides assistance by a</a:t>
            </a:r>
            <a:r>
              <a:rPr lang="en" sz="2100">
                <a:solidFill>
                  <a:schemeClr val="dk1"/>
                </a:solidFill>
                <a:latin typeface="Times New Roman"/>
                <a:ea typeface="Times New Roman"/>
                <a:cs typeface="Times New Roman"/>
                <a:sym typeface="Times New Roman"/>
              </a:rPr>
              <a:t>ddressing relevant user queries. </a:t>
            </a:r>
            <a:endParaRPr i="0" sz="2100" u="none" cap="none" strike="noStrike">
              <a:latin typeface="Times New Roman"/>
              <a:ea typeface="Times New Roman"/>
              <a:cs typeface="Times New Roman"/>
              <a:sym typeface="Times New Roman"/>
            </a:endParaRPr>
          </a:p>
        </p:txBody>
      </p:sp>
      <p:sp>
        <p:nvSpPr>
          <p:cNvPr id="156" name="Google Shape;156;p27"/>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b="0" i="0" lang="en" sz="1200" u="none" cap="none" strike="noStrike">
                <a:solidFill>
                  <a:srgbClr val="8B8B8B"/>
                </a:solidFill>
                <a:latin typeface="Calibri"/>
                <a:ea typeface="Calibri"/>
                <a:cs typeface="Calibri"/>
                <a:sym typeface="Calibri"/>
              </a:rPr>
              <a:t>2</a:t>
            </a:r>
            <a:endParaRPr b="0" i="0" sz="1200" u="none" cap="none" strike="noStrike">
              <a:solidFill>
                <a:srgbClr val="8B8B8B"/>
              </a:solidFill>
              <a:latin typeface="Times New Roman"/>
              <a:ea typeface="Times New Roman"/>
              <a:cs typeface="Times New Roman"/>
              <a:sym typeface="Times New Roman"/>
            </a:endParaRPr>
          </a:p>
        </p:txBody>
      </p:sp>
      <p:sp>
        <p:nvSpPr>
          <p:cNvPr id="157" name="Google Shape;157;p27"/>
          <p:cNvSpPr txBox="1"/>
          <p:nvPr>
            <p:ph idx="11" type="ftr"/>
          </p:nvPr>
        </p:nvSpPr>
        <p:spPr>
          <a:xfrm>
            <a:off x="211026" y="4800600"/>
            <a:ext cx="35532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ABSTRACT</a:t>
            </a:r>
            <a:r>
              <a:rPr b="1" lang="en" sz="3100">
                <a:latin typeface="Times New Roman"/>
                <a:ea typeface="Times New Roman"/>
                <a:cs typeface="Times New Roman"/>
                <a:sym typeface="Times New Roman"/>
              </a:rPr>
              <a:t>(CONTD.)</a:t>
            </a:r>
            <a:endParaRPr b="0" i="0" sz="3100" u="none" cap="none" strike="noStrike">
              <a:latin typeface="Arial"/>
              <a:ea typeface="Arial"/>
              <a:cs typeface="Arial"/>
              <a:sym typeface="Arial"/>
            </a:endParaRPr>
          </a:p>
        </p:txBody>
      </p:sp>
      <p:sp>
        <p:nvSpPr>
          <p:cNvPr id="164" name="Google Shape;164;p28"/>
          <p:cNvSpPr txBox="1"/>
          <p:nvPr>
            <p:ph idx="11" type="ftr"/>
          </p:nvPr>
        </p:nvSpPr>
        <p:spPr>
          <a:xfrm>
            <a:off x="211026" y="4800600"/>
            <a:ext cx="35145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165" name="Google Shape;165;p28"/>
          <p:cNvSpPr txBox="1"/>
          <p:nvPr>
            <p:ph idx="4294967295" type="body"/>
          </p:nvPr>
        </p:nvSpPr>
        <p:spPr>
          <a:xfrm>
            <a:off x="528525" y="886200"/>
            <a:ext cx="8327700" cy="3371100"/>
          </a:xfrm>
          <a:prstGeom prst="rect">
            <a:avLst/>
          </a:prstGeom>
          <a:noFill/>
          <a:ln>
            <a:noFill/>
          </a:ln>
        </p:spPr>
        <p:txBody>
          <a:bodyPr anchorCtr="0" anchor="t" bIns="46400" lIns="92825" spcFirstLastPara="1" rIns="92825" wrap="square" tIns="46400">
            <a:noAutofit/>
          </a:bodyPr>
          <a:lstStyle/>
          <a:p>
            <a:pPr indent="0" lvl="0" marL="0" marR="0" rtl="0" algn="just">
              <a:lnSpc>
                <a:spcPct val="150000"/>
              </a:lnSpc>
              <a:spcBef>
                <a:spcPts val="0"/>
              </a:spcBef>
              <a:spcAft>
                <a:spcPts val="0"/>
              </a:spcAft>
              <a:buClr>
                <a:srgbClr val="000000"/>
              </a:buClr>
              <a:buSzPts val="2100"/>
              <a:buFont typeface="Times New Roman"/>
              <a:buNone/>
            </a:pPr>
            <a:r>
              <a:rPr lang="en" sz="2100">
                <a:latin typeface="Times New Roman"/>
                <a:ea typeface="Times New Roman"/>
                <a:cs typeface="Times New Roman"/>
                <a:sym typeface="Times New Roman"/>
              </a:rPr>
              <a:t>The platform further facilitates interaction with mentors, enhancing the overall learning journey. Users are also empowered to create courses, promoting a collaborative learning environment.Notably, the system seamlessly incorporates online compilers, allowing users to engage in practical hands-on exercises with the capability to save their work. </a:t>
            </a:r>
            <a:endParaRPr i="0" sz="2100" u="none" cap="none" strike="noStrike">
              <a:latin typeface="Times New Roman"/>
              <a:ea typeface="Times New Roman"/>
              <a:cs typeface="Times New Roman"/>
              <a:sym typeface="Times New Roman"/>
            </a:endParaRPr>
          </a:p>
        </p:txBody>
      </p:sp>
      <p:sp>
        <p:nvSpPr>
          <p:cNvPr id="166" name="Google Shape;166;p28"/>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3</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rtl="0" algn="ctr">
              <a:spcBef>
                <a:spcPts val="0"/>
              </a:spcBef>
              <a:spcAft>
                <a:spcPts val="0"/>
              </a:spcAft>
              <a:buClr>
                <a:schemeClr val="dk1"/>
              </a:buClr>
              <a:buSzPts val="3100"/>
              <a:buFont typeface="Times New Roman"/>
              <a:buNone/>
            </a:pPr>
            <a:r>
              <a:rPr b="1" lang="en" sz="3100">
                <a:solidFill>
                  <a:schemeClr val="dk1"/>
                </a:solidFill>
                <a:latin typeface="Times New Roman"/>
                <a:ea typeface="Times New Roman"/>
                <a:cs typeface="Times New Roman"/>
                <a:sym typeface="Times New Roman"/>
              </a:rPr>
              <a:t>ABSTRACT(CONTD.)</a:t>
            </a:r>
            <a:endParaRPr b="1" sz="3100">
              <a:latin typeface="Times New Roman"/>
              <a:ea typeface="Times New Roman"/>
              <a:cs typeface="Times New Roman"/>
              <a:sym typeface="Times New Roman"/>
            </a:endParaRPr>
          </a:p>
        </p:txBody>
      </p:sp>
      <p:sp>
        <p:nvSpPr>
          <p:cNvPr id="173" name="Google Shape;173;p29"/>
          <p:cNvSpPr txBox="1"/>
          <p:nvPr>
            <p:ph idx="11" type="ftr"/>
          </p:nvPr>
        </p:nvSpPr>
        <p:spPr>
          <a:xfrm>
            <a:off x="211026" y="4800600"/>
            <a:ext cx="35532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174" name="Google Shape;174;p29"/>
          <p:cNvSpPr txBox="1"/>
          <p:nvPr>
            <p:ph idx="4294967295" type="body"/>
          </p:nvPr>
        </p:nvSpPr>
        <p:spPr>
          <a:xfrm>
            <a:off x="528762" y="886200"/>
            <a:ext cx="8263800" cy="3371100"/>
          </a:xfrm>
          <a:prstGeom prst="rect">
            <a:avLst/>
          </a:prstGeom>
          <a:noFill/>
          <a:ln>
            <a:noFill/>
          </a:ln>
        </p:spPr>
        <p:txBody>
          <a:bodyPr anchorCtr="0" anchor="t" bIns="46400" lIns="92825" spcFirstLastPara="1" rIns="92825" wrap="square" tIns="46400">
            <a:noAutofit/>
          </a:bodyPr>
          <a:lstStyle/>
          <a:p>
            <a:pPr indent="0" lvl="0" marL="0" rtl="0" algn="just">
              <a:lnSpc>
                <a:spcPct val="150000"/>
              </a:lnSpc>
              <a:spcBef>
                <a:spcPts val="0"/>
              </a:spcBef>
              <a:spcAft>
                <a:spcPts val="0"/>
              </a:spcAft>
              <a:buClr>
                <a:schemeClr val="dk1"/>
              </a:buClr>
              <a:buSzPts val="2100"/>
              <a:buFont typeface="Times New Roman"/>
              <a:buNone/>
            </a:pPr>
            <a:r>
              <a:rPr lang="en" sz="2100">
                <a:solidFill>
                  <a:schemeClr val="dk1"/>
                </a:solidFill>
                <a:latin typeface="Times New Roman"/>
                <a:ea typeface="Times New Roman"/>
                <a:cs typeface="Times New Roman"/>
                <a:sym typeface="Times New Roman"/>
              </a:rPr>
              <a:t>In addition to the features mentioned, this LMS allows users to post content related to technology, such as social media posts, and engage in public discussions and chat with other users, fostering a collaborative and interactive learning environment for technology enthusiasts.</a:t>
            </a:r>
            <a:endParaRPr sz="2100">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2100"/>
              <a:buFont typeface="Times New Roman"/>
              <a:buNone/>
            </a:pPr>
            <a:r>
              <a:t/>
            </a:r>
            <a:endParaRPr sz="2100">
              <a:solidFill>
                <a:schemeClr val="dk1"/>
              </a:solidFill>
              <a:latin typeface="Times New Roman"/>
              <a:ea typeface="Times New Roman"/>
              <a:cs typeface="Times New Roman"/>
              <a:sym typeface="Times New Roman"/>
            </a:endParaRPr>
          </a:p>
        </p:txBody>
      </p:sp>
      <p:sp>
        <p:nvSpPr>
          <p:cNvPr id="175" name="Google Shape;175;p29"/>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4</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rtl="0" algn="ctr">
              <a:spcBef>
                <a:spcPts val="0"/>
              </a:spcBef>
              <a:spcAft>
                <a:spcPts val="0"/>
              </a:spcAft>
              <a:buClr>
                <a:schemeClr val="dk1"/>
              </a:buClr>
              <a:buSzPts val="3100"/>
              <a:buFont typeface="Times New Roman"/>
              <a:buNone/>
            </a:pPr>
            <a:r>
              <a:rPr b="1" lang="en" sz="3100">
                <a:solidFill>
                  <a:schemeClr val="dk1"/>
                </a:solidFill>
                <a:latin typeface="Times New Roman"/>
                <a:ea typeface="Times New Roman"/>
                <a:cs typeface="Times New Roman"/>
                <a:sym typeface="Times New Roman"/>
              </a:rPr>
              <a:t>OBJECTIVE OF THE PROJECT </a:t>
            </a:r>
            <a:endParaRPr b="1" sz="3100">
              <a:solidFill>
                <a:schemeClr val="dk1"/>
              </a:solidFill>
              <a:latin typeface="Times New Roman"/>
              <a:ea typeface="Times New Roman"/>
              <a:cs typeface="Times New Roman"/>
              <a:sym typeface="Times New Roman"/>
            </a:endParaRPr>
          </a:p>
        </p:txBody>
      </p:sp>
      <p:sp>
        <p:nvSpPr>
          <p:cNvPr id="182" name="Google Shape;182;p30"/>
          <p:cNvSpPr txBox="1"/>
          <p:nvPr>
            <p:ph idx="11" type="ftr"/>
          </p:nvPr>
        </p:nvSpPr>
        <p:spPr>
          <a:xfrm>
            <a:off x="211026" y="4800600"/>
            <a:ext cx="35532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183" name="Google Shape;183;p30"/>
          <p:cNvSpPr txBox="1"/>
          <p:nvPr>
            <p:ph idx="4294967295" type="body"/>
          </p:nvPr>
        </p:nvSpPr>
        <p:spPr>
          <a:xfrm>
            <a:off x="528762" y="886200"/>
            <a:ext cx="8263800" cy="3371100"/>
          </a:xfrm>
          <a:prstGeom prst="rect">
            <a:avLst/>
          </a:prstGeom>
          <a:noFill/>
          <a:ln>
            <a:noFill/>
          </a:ln>
        </p:spPr>
        <p:txBody>
          <a:bodyPr anchorCtr="0" anchor="t" bIns="46400" lIns="92825" spcFirstLastPara="1" rIns="92825" wrap="square" tIns="46400">
            <a:noAutofit/>
          </a:bodyPr>
          <a:lstStyle/>
          <a:p>
            <a:pPr indent="457200" lvl="0" marL="0" marR="0" rtl="0" algn="just">
              <a:lnSpc>
                <a:spcPct val="150000"/>
              </a:lnSpc>
              <a:spcBef>
                <a:spcPts val="0"/>
              </a:spcBef>
              <a:spcAft>
                <a:spcPts val="0"/>
              </a:spcAft>
              <a:buClr>
                <a:srgbClr val="000000"/>
              </a:buClr>
              <a:buSzPts val="2100"/>
              <a:buFont typeface="Times New Roman"/>
              <a:buNone/>
            </a:pPr>
            <a:r>
              <a:rPr lang="en" sz="2100">
                <a:latin typeface="Times New Roman"/>
                <a:ea typeface="Times New Roman"/>
                <a:cs typeface="Times New Roman"/>
                <a:sym typeface="Times New Roman"/>
              </a:rPr>
              <a:t>This </a:t>
            </a:r>
            <a:r>
              <a:rPr lang="en" sz="2100">
                <a:latin typeface="Times New Roman"/>
                <a:ea typeface="Times New Roman"/>
                <a:cs typeface="Times New Roman"/>
                <a:sym typeface="Times New Roman"/>
              </a:rPr>
              <a:t>LMS enhances personalized learning with AI course recommendations, integrated chatbot support, user-generated courses, online compilers, and mentor interactions. We prioritize data offer social media-like features, distinguishing us in the LMS landscape.</a:t>
            </a:r>
            <a:endParaRPr sz="2100">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1100"/>
              <a:buFont typeface="Arial"/>
              <a:buNone/>
            </a:pPr>
            <a:r>
              <a:t/>
            </a:r>
            <a:endParaRPr sz="2100">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2100"/>
              <a:buFont typeface="Times New Roman"/>
              <a:buNone/>
            </a:pPr>
            <a:r>
              <a:t/>
            </a:r>
            <a:endParaRPr sz="2100">
              <a:latin typeface="Times New Roman"/>
              <a:ea typeface="Times New Roman"/>
              <a:cs typeface="Times New Roman"/>
              <a:sym typeface="Times New Roman"/>
            </a:endParaRPr>
          </a:p>
        </p:txBody>
      </p:sp>
      <p:sp>
        <p:nvSpPr>
          <p:cNvPr id="184" name="Google Shape;184;p30"/>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5</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PROBLEM STATEMENT</a:t>
            </a:r>
            <a:endParaRPr b="0" i="0" sz="3100" u="none" cap="none" strike="noStrike">
              <a:latin typeface="Arial"/>
              <a:ea typeface="Arial"/>
              <a:cs typeface="Arial"/>
              <a:sym typeface="Arial"/>
            </a:endParaRPr>
          </a:p>
        </p:txBody>
      </p:sp>
      <p:sp>
        <p:nvSpPr>
          <p:cNvPr id="191" name="Google Shape;191;p31"/>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192" name="Google Shape;192;p31"/>
          <p:cNvSpPr txBox="1"/>
          <p:nvPr>
            <p:ph idx="4294967295" type="body"/>
          </p:nvPr>
        </p:nvSpPr>
        <p:spPr>
          <a:xfrm>
            <a:off x="541662" y="1080000"/>
            <a:ext cx="8263800" cy="3371100"/>
          </a:xfrm>
          <a:prstGeom prst="rect">
            <a:avLst/>
          </a:prstGeom>
          <a:noFill/>
          <a:ln>
            <a:noFill/>
          </a:ln>
        </p:spPr>
        <p:txBody>
          <a:bodyPr anchorCtr="0" anchor="t" bIns="46400" lIns="92825" spcFirstLastPara="1" rIns="92825" wrap="square" tIns="46400">
            <a:noAutofit/>
          </a:bodyPr>
          <a:lstStyle/>
          <a:p>
            <a:pPr indent="45720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Existing Learning Management Systems (LMS) often lack key features that hinder a collaborative and interactive learning experience. Users are typically restricted in their ability to engage with and learn from each other. Additionally, users cannot easily share their knowledge, experiences, or insights, which limits the platform's potential as a community for learning. </a:t>
            </a:r>
            <a:endParaRPr i="0" sz="2100" u="none" cap="none" strike="noStrike">
              <a:latin typeface="Times New Roman"/>
              <a:ea typeface="Times New Roman"/>
              <a:cs typeface="Times New Roman"/>
              <a:sym typeface="Times New Roman"/>
            </a:endParaRPr>
          </a:p>
        </p:txBody>
      </p:sp>
      <p:sp>
        <p:nvSpPr>
          <p:cNvPr id="193" name="Google Shape;193;p31"/>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6</a:t>
            </a:r>
            <a:endParaRPr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LITERATURE SURVEY</a:t>
            </a:r>
            <a:endParaRPr b="0" i="0" sz="3100" u="none" cap="none" strike="noStrike">
              <a:latin typeface="Arial"/>
              <a:ea typeface="Arial"/>
              <a:cs typeface="Arial"/>
              <a:sym typeface="Arial"/>
            </a:endParaRPr>
          </a:p>
        </p:txBody>
      </p:sp>
      <p:sp>
        <p:nvSpPr>
          <p:cNvPr id="200" name="Google Shape;200;p32"/>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01" name="Google Shape;201;p32"/>
          <p:cNvSpPr txBox="1"/>
          <p:nvPr>
            <p:ph idx="4294967295" type="body"/>
          </p:nvPr>
        </p:nvSpPr>
        <p:spPr>
          <a:xfrm>
            <a:off x="541662" y="680400"/>
            <a:ext cx="8263800" cy="3371100"/>
          </a:xfrm>
          <a:prstGeom prst="rect">
            <a:avLst/>
          </a:prstGeom>
          <a:noFill/>
          <a:ln>
            <a:noFill/>
          </a:ln>
        </p:spPr>
        <p:txBody>
          <a:bodyPr anchorCtr="0" anchor="t" bIns="46400" lIns="92825" spcFirstLastPara="1" rIns="92825" wrap="square" tIns="46400">
            <a:noAutofit/>
          </a:bodyPr>
          <a:lstStyle/>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Title	: </a:t>
            </a:r>
            <a:r>
              <a:rPr lang="en" sz="2100">
                <a:solidFill>
                  <a:schemeClr val="dk1"/>
                </a:solidFill>
                <a:latin typeface="Times New Roman"/>
                <a:ea typeface="Times New Roman"/>
                <a:cs typeface="Times New Roman"/>
                <a:sym typeface="Times New Roman"/>
              </a:rPr>
              <a:t>Academia : Web Platform for E-learning.</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Author	: </a:t>
            </a:r>
            <a:r>
              <a:rPr lang="en" sz="2100">
                <a:solidFill>
                  <a:schemeClr val="dk1"/>
                </a:solidFill>
                <a:latin typeface="Times New Roman"/>
                <a:ea typeface="Times New Roman"/>
                <a:cs typeface="Times New Roman"/>
                <a:sym typeface="Times New Roman"/>
              </a:rPr>
              <a:t>S. V. Phulari, Abhishek Lavale, Prajwal Gadekar, Abhishek Raut,Kishor Naykodi</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Published on: </a:t>
            </a:r>
            <a:r>
              <a:rPr lang="en" sz="2100">
                <a:solidFill>
                  <a:schemeClr val="dk1"/>
                </a:solidFill>
                <a:latin typeface="Times New Roman"/>
                <a:ea typeface="Times New Roman"/>
                <a:cs typeface="Times New Roman"/>
                <a:sym typeface="Times New Roman"/>
              </a:rPr>
              <a:t>ISSN: 2321-9653, Volume :10, Issue : 1, pp: 284-290, January   2022.</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solidFill>
                  <a:schemeClr val="dk1"/>
                </a:solidFill>
                <a:latin typeface="Times New Roman"/>
                <a:ea typeface="Times New Roman"/>
                <a:cs typeface="Times New Roman"/>
                <a:sym typeface="Times New Roman"/>
              </a:rPr>
              <a:t>		The application is designed for interaction among students and teachers. Its unique feature is streamlined departmental management, facilitating  information sharing between teachers and students.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b="1" sz="2100">
              <a:solidFill>
                <a:schemeClr val="dk1"/>
              </a:solidFill>
              <a:latin typeface="Times New Roman"/>
              <a:ea typeface="Times New Roman"/>
              <a:cs typeface="Times New Roman"/>
              <a:sym typeface="Times New Roman"/>
            </a:endParaRPr>
          </a:p>
        </p:txBody>
      </p:sp>
      <p:sp>
        <p:nvSpPr>
          <p:cNvPr id="202" name="Google Shape;202;p32"/>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7</a:t>
            </a:r>
            <a:endParaRPr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8</a:t>
            </a:r>
            <a:endParaRPr i="0" sz="1200" u="none" cap="none" strike="noStrike">
              <a:solidFill>
                <a:srgbClr val="8B8B8B"/>
              </a:solidFill>
              <a:latin typeface="Times New Roman"/>
              <a:ea typeface="Times New Roman"/>
              <a:cs typeface="Times New Roman"/>
              <a:sym typeface="Times New Roman"/>
            </a:endParaRPr>
          </a:p>
        </p:txBody>
      </p:sp>
      <p:sp>
        <p:nvSpPr>
          <p:cNvPr id="209" name="Google Shape;209;p33"/>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LITERATURE SURVEY</a:t>
            </a:r>
            <a:endParaRPr b="0" i="0" sz="3100" u="none" cap="none" strike="noStrike">
              <a:latin typeface="Arial"/>
              <a:ea typeface="Arial"/>
              <a:cs typeface="Arial"/>
              <a:sym typeface="Arial"/>
            </a:endParaRPr>
          </a:p>
        </p:txBody>
      </p:sp>
      <p:sp>
        <p:nvSpPr>
          <p:cNvPr id="210" name="Google Shape;210;p33"/>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11" name="Google Shape;211;p33"/>
          <p:cNvSpPr txBox="1"/>
          <p:nvPr>
            <p:ph idx="4294967295" type="body"/>
          </p:nvPr>
        </p:nvSpPr>
        <p:spPr>
          <a:xfrm>
            <a:off x="541650" y="680400"/>
            <a:ext cx="8263800" cy="3844200"/>
          </a:xfrm>
          <a:prstGeom prst="rect">
            <a:avLst/>
          </a:prstGeom>
          <a:noFill/>
          <a:ln>
            <a:noFill/>
          </a:ln>
        </p:spPr>
        <p:txBody>
          <a:bodyPr anchorCtr="0" anchor="t" bIns="46400" lIns="92825" spcFirstLastPara="1" rIns="92825" wrap="square" tIns="46400">
            <a:noAutofit/>
          </a:bodyPr>
          <a:lstStyle/>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Title	: </a:t>
            </a:r>
            <a:r>
              <a:rPr lang="en" sz="2100">
                <a:solidFill>
                  <a:schemeClr val="dk1"/>
                </a:solidFill>
                <a:latin typeface="Times New Roman"/>
                <a:ea typeface="Times New Roman"/>
                <a:cs typeface="Times New Roman"/>
                <a:sym typeface="Times New Roman"/>
              </a:rPr>
              <a:t>The Acceptance of Social Media Sites: An Empirical Study Using PLS-SEM and ML Approaches.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Author	: </a:t>
            </a:r>
            <a:r>
              <a:rPr lang="en" sz="2100">
                <a:solidFill>
                  <a:schemeClr val="dk1"/>
                </a:solidFill>
                <a:latin typeface="Times New Roman"/>
                <a:ea typeface="Times New Roman"/>
                <a:cs typeface="Times New Roman"/>
                <a:sym typeface="Times New Roman"/>
              </a:rPr>
              <a:t>Sawsan Al-Skaf, Khadija Alhumaid, Enaam Youssef, Mohammed Habes, and Said A. Salloum</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Published on: </a:t>
            </a:r>
            <a:r>
              <a:rPr lang="en" sz="2100">
                <a:solidFill>
                  <a:schemeClr val="dk1"/>
                </a:solidFill>
                <a:latin typeface="Times New Roman"/>
                <a:ea typeface="Times New Roman"/>
                <a:cs typeface="Times New Roman"/>
                <a:sym typeface="Times New Roman"/>
              </a:rPr>
              <a:t>AMLTA 2021, AISC 1339, pp. 548–558, 2021.</a:t>
            </a:r>
            <a:endParaRPr sz="21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2100"/>
              <a:buFont typeface="Times New Roman"/>
              <a:buNone/>
            </a:pPr>
            <a:r>
              <a:rPr lang="en" sz="2100">
                <a:solidFill>
                  <a:schemeClr val="dk1"/>
                </a:solidFill>
                <a:latin typeface="Times New Roman"/>
                <a:ea typeface="Times New Roman"/>
                <a:cs typeface="Times New Roman"/>
                <a:sym typeface="Times New Roman"/>
              </a:rPr>
              <a:t>		</a:t>
            </a:r>
            <a:r>
              <a:rPr lang="en" sz="2100">
                <a:solidFill>
                  <a:schemeClr val="dk1"/>
                </a:solidFill>
                <a:latin typeface="Times New Roman"/>
                <a:ea typeface="Times New Roman"/>
                <a:cs typeface="Times New Roman"/>
                <a:sym typeface="Times New Roman"/>
              </a:rPr>
              <a:t>Study develops a model for pupils' acceptance of social media in education, extending TAM with social influence. Data from 350 UAE university students analyzed via machine learning and PLS-SEM, highlighting social influence, usefulness, and ease of use.</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b="1" sz="21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LITERATURE SURVEY</a:t>
            </a:r>
            <a:endParaRPr b="0" i="0" sz="3100" u="none" cap="none" strike="noStrike">
              <a:latin typeface="Arial"/>
              <a:ea typeface="Arial"/>
              <a:cs typeface="Arial"/>
              <a:sym typeface="Arial"/>
            </a:endParaRPr>
          </a:p>
        </p:txBody>
      </p:sp>
      <p:sp>
        <p:nvSpPr>
          <p:cNvPr id="218" name="Google Shape;218;p34"/>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19" name="Google Shape;219;p34"/>
          <p:cNvSpPr txBox="1"/>
          <p:nvPr>
            <p:ph idx="4294967295" type="body"/>
          </p:nvPr>
        </p:nvSpPr>
        <p:spPr>
          <a:xfrm>
            <a:off x="309374" y="1028450"/>
            <a:ext cx="8728200" cy="3371100"/>
          </a:xfrm>
          <a:prstGeom prst="rect">
            <a:avLst/>
          </a:prstGeom>
          <a:noFill/>
          <a:ln>
            <a:noFill/>
          </a:ln>
        </p:spPr>
        <p:txBody>
          <a:bodyPr anchorCtr="0" anchor="t" bIns="46400" lIns="92825" spcFirstLastPara="1" rIns="92825" wrap="square" tIns="46400">
            <a:noAutofit/>
          </a:bodyPr>
          <a:lstStyle/>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Title	: </a:t>
            </a:r>
            <a:r>
              <a:rPr lang="en" sz="2100">
                <a:solidFill>
                  <a:schemeClr val="dk1"/>
                </a:solidFill>
                <a:latin typeface="Times New Roman"/>
                <a:ea typeface="Times New Roman"/>
                <a:cs typeface="Times New Roman"/>
                <a:sym typeface="Times New Roman"/>
              </a:rPr>
              <a:t>Use of Artificial Intelligent in Learning Management System (LMS)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Author	: </a:t>
            </a:r>
            <a:r>
              <a:rPr lang="en" sz="2100">
                <a:solidFill>
                  <a:schemeClr val="dk1"/>
                </a:solidFill>
                <a:latin typeface="Times New Roman"/>
                <a:ea typeface="Times New Roman"/>
                <a:cs typeface="Times New Roman"/>
                <a:sym typeface="Times New Roman"/>
              </a:rPr>
              <a:t>Nouf S. Aldahwan, Nourah I. Alsaeed</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solidFill>
                  <a:schemeClr val="dk1"/>
                </a:solidFill>
                <a:latin typeface="Times New Roman"/>
                <a:ea typeface="Times New Roman"/>
                <a:cs typeface="Times New Roman"/>
                <a:sym typeface="Times New Roman"/>
              </a:rPr>
              <a:t>Published on : </a:t>
            </a:r>
            <a:r>
              <a:rPr lang="en" sz="2100">
                <a:solidFill>
                  <a:schemeClr val="dk1"/>
                </a:solidFill>
                <a:latin typeface="Times New Roman"/>
                <a:ea typeface="Times New Roman"/>
                <a:cs typeface="Times New Roman"/>
                <a:sym typeface="Times New Roman"/>
              </a:rPr>
              <a:t>Volume 175– No. 13, August 2020</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solidFill>
                  <a:schemeClr val="dk1"/>
                </a:solidFill>
                <a:latin typeface="Times New Roman"/>
                <a:ea typeface="Times New Roman"/>
                <a:cs typeface="Times New Roman"/>
                <a:sym typeface="Times New Roman"/>
              </a:rPr>
              <a:t>		</a:t>
            </a:r>
            <a:r>
              <a:rPr lang="en" sz="2100">
                <a:solidFill>
                  <a:schemeClr val="dk1"/>
                </a:solidFill>
                <a:latin typeface="Times New Roman"/>
                <a:ea typeface="Times New Roman"/>
                <a:cs typeface="Times New Roman"/>
                <a:sym typeface="Times New Roman"/>
              </a:rPr>
              <a:t>LMS, with AI integration, enhances education but lacks customization. The paper explores AI solutions in LMS, addressing issues and building intelligent learning environments, with future work focusing on architecture and model details.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b="1" sz="2100">
              <a:solidFill>
                <a:schemeClr val="dk1"/>
              </a:solidFill>
              <a:latin typeface="Times New Roman"/>
              <a:ea typeface="Times New Roman"/>
              <a:cs typeface="Times New Roman"/>
              <a:sym typeface="Times New Roman"/>
            </a:endParaRPr>
          </a:p>
        </p:txBody>
      </p:sp>
      <p:sp>
        <p:nvSpPr>
          <p:cNvPr id="220" name="Google Shape;220;p34"/>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9</a:t>
            </a:r>
            <a:endParaRPr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SCOPE OF THE PROJECT</a:t>
            </a:r>
            <a:endParaRPr b="0" i="0" sz="3100" u="none" cap="none" strike="noStrike">
              <a:latin typeface="Arial"/>
              <a:ea typeface="Arial"/>
              <a:cs typeface="Arial"/>
              <a:sym typeface="Arial"/>
            </a:endParaRPr>
          </a:p>
        </p:txBody>
      </p:sp>
      <p:sp>
        <p:nvSpPr>
          <p:cNvPr id="227" name="Google Shape;227;p35"/>
          <p:cNvSpPr txBox="1"/>
          <p:nvPr>
            <p:ph idx="11" type="ftr"/>
          </p:nvPr>
        </p:nvSpPr>
        <p:spPr>
          <a:xfrm>
            <a:off x="211026" y="4800600"/>
            <a:ext cx="35790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28" name="Google Shape;228;p35"/>
          <p:cNvSpPr txBox="1"/>
          <p:nvPr>
            <p:ph idx="4294967295" type="body"/>
          </p:nvPr>
        </p:nvSpPr>
        <p:spPr>
          <a:xfrm>
            <a:off x="541662" y="1080000"/>
            <a:ext cx="8263800" cy="3371100"/>
          </a:xfrm>
          <a:prstGeom prst="rect">
            <a:avLst/>
          </a:prstGeom>
          <a:noFill/>
          <a:ln>
            <a:noFill/>
          </a:ln>
        </p:spPr>
        <p:txBody>
          <a:bodyPr anchorCtr="0" anchor="t" bIns="46400" lIns="92825" spcFirstLastPara="1" rIns="92825" wrap="square" tIns="46400">
            <a:noAutofit/>
          </a:bodyPr>
          <a:lstStyle/>
          <a:p>
            <a:pPr indent="457200" lvl="0" marL="0" rtl="0" algn="just">
              <a:lnSpc>
                <a:spcPct val="150000"/>
              </a:lnSpc>
              <a:spcBef>
                <a:spcPts val="1200"/>
              </a:spcBef>
              <a:spcAft>
                <a:spcPts val="0"/>
              </a:spcAft>
              <a:buClr>
                <a:schemeClr val="dk1"/>
              </a:buClr>
              <a:buSzPts val="1100"/>
              <a:buFont typeface="Arial"/>
              <a:buNone/>
            </a:pPr>
            <a:r>
              <a:rPr lang="en" sz="2100">
                <a:latin typeface="Times New Roman"/>
                <a:ea typeface="Times New Roman"/>
                <a:cs typeface="Times New Roman"/>
                <a:sym typeface="Times New Roman"/>
              </a:rPr>
              <a:t>The project scope encompasses the development of a versatile Learning Management System (LMS) that includes diverse content types, AI-driven personalization, an integrated AI chatbot, mentor interactions, and user-generated course creation. It differentiates itself from existing LMS platforms by offering advanced assessment, assistance, online compilers, and technology-related content sharing, creating a collaborative learning space for technology enthusiasts.</a:t>
            </a:r>
            <a:endParaRPr sz="2100">
              <a:latin typeface="Times New Roman"/>
              <a:ea typeface="Times New Roman"/>
              <a:cs typeface="Times New Roman"/>
              <a:sym typeface="Times New Roman"/>
            </a:endParaRPr>
          </a:p>
          <a:p>
            <a:pPr indent="0" lvl="0" marL="0" rtl="0" algn="just">
              <a:lnSpc>
                <a:spcPct val="150000"/>
              </a:lnSpc>
              <a:spcBef>
                <a:spcPts val="1200"/>
              </a:spcBef>
              <a:spcAft>
                <a:spcPts val="0"/>
              </a:spcAft>
              <a:buClr>
                <a:schemeClr val="dk1"/>
              </a:buClr>
              <a:buSzPts val="2100"/>
              <a:buFont typeface="Times New Roman"/>
              <a:buNone/>
            </a:pPr>
            <a:r>
              <a:t/>
            </a:r>
            <a:endParaRPr sz="2100">
              <a:latin typeface="Times New Roman"/>
              <a:ea typeface="Times New Roman"/>
              <a:cs typeface="Times New Roman"/>
              <a:sym typeface="Times New Roman"/>
            </a:endParaRPr>
          </a:p>
        </p:txBody>
      </p:sp>
      <p:sp>
        <p:nvSpPr>
          <p:cNvPr id="229" name="Google Shape;229;p35"/>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EXISTING SYSTEM</a:t>
            </a:r>
            <a:endParaRPr sz="3100"/>
          </a:p>
        </p:txBody>
      </p:sp>
      <p:sp>
        <p:nvSpPr>
          <p:cNvPr id="236" name="Google Shape;236;p36"/>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37" name="Google Shape;237;p36"/>
          <p:cNvSpPr txBox="1"/>
          <p:nvPr>
            <p:ph idx="4294967295" type="body"/>
          </p:nvPr>
        </p:nvSpPr>
        <p:spPr>
          <a:xfrm>
            <a:off x="541662" y="1080000"/>
            <a:ext cx="8263800" cy="3371100"/>
          </a:xfrm>
          <a:prstGeom prst="rect">
            <a:avLst/>
          </a:prstGeom>
          <a:noFill/>
          <a:ln>
            <a:noFill/>
          </a:ln>
        </p:spPr>
        <p:txBody>
          <a:bodyPr anchorCtr="0" anchor="t" bIns="46400" lIns="92825" spcFirstLastPara="1" rIns="92825" wrap="square" tIns="46400">
            <a:noAutofit/>
          </a:bodyPr>
          <a:lstStyle/>
          <a:p>
            <a:pPr indent="457200" lvl="0" marL="0" rtl="0" algn="just">
              <a:lnSpc>
                <a:spcPct val="150000"/>
              </a:lnSpc>
              <a:spcBef>
                <a:spcPts val="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The current educational landscape primarily relies on conventional Learning Management Systems (LMS) with limited technological integration, lacking advanced features like AI-driven personalization, virtual assistants, comprehensive AI-driven assessment, integrated online compilers, and robust data security measures.</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t/>
            </a:r>
            <a:endParaRPr sz="2100">
              <a:latin typeface="Times New Roman"/>
              <a:ea typeface="Times New Roman"/>
              <a:cs typeface="Times New Roman"/>
              <a:sym typeface="Times New Roman"/>
            </a:endParaRPr>
          </a:p>
        </p:txBody>
      </p:sp>
      <p:sp>
        <p:nvSpPr>
          <p:cNvPr id="238" name="Google Shape;238;p36"/>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11</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idx="4294967295" type="title"/>
          </p:nvPr>
        </p:nvSpPr>
        <p:spPr>
          <a:xfrm>
            <a:off x="45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EXISTING SYSTEM(CONTD.)</a:t>
            </a:r>
            <a:endParaRPr sz="3100"/>
          </a:p>
        </p:txBody>
      </p:sp>
      <p:sp>
        <p:nvSpPr>
          <p:cNvPr id="245" name="Google Shape;245;p37"/>
          <p:cNvSpPr txBox="1"/>
          <p:nvPr>
            <p:ph idx="11" type="ftr"/>
          </p:nvPr>
        </p:nvSpPr>
        <p:spPr>
          <a:xfrm>
            <a:off x="211026" y="4800600"/>
            <a:ext cx="35016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46" name="Google Shape;246;p37"/>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12</a:t>
            </a:r>
            <a:endParaRPr b="0" i="0" sz="1200" u="none" cap="none" strike="noStrike">
              <a:solidFill>
                <a:srgbClr val="8B8B8B"/>
              </a:solidFill>
              <a:latin typeface="Times New Roman"/>
              <a:ea typeface="Times New Roman"/>
              <a:cs typeface="Times New Roman"/>
              <a:sym typeface="Times New Roman"/>
            </a:endParaRPr>
          </a:p>
        </p:txBody>
      </p:sp>
      <p:pic>
        <p:nvPicPr>
          <p:cNvPr id="247" name="Google Shape;247;p37"/>
          <p:cNvPicPr preferRelativeResize="0"/>
          <p:nvPr/>
        </p:nvPicPr>
        <p:blipFill>
          <a:blip r:embed="rId3">
            <a:alphaModFix/>
          </a:blip>
          <a:stretch>
            <a:fillRect/>
          </a:stretch>
        </p:blipFill>
        <p:spPr>
          <a:xfrm>
            <a:off x="1896525" y="992300"/>
            <a:ext cx="5458950" cy="3639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8"/>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REQUIREMENTS</a:t>
            </a:r>
            <a:endParaRPr sz="3100"/>
          </a:p>
        </p:txBody>
      </p:sp>
      <p:sp>
        <p:nvSpPr>
          <p:cNvPr id="254" name="Google Shape;254;p38"/>
          <p:cNvSpPr txBox="1"/>
          <p:nvPr>
            <p:ph idx="11" type="ftr"/>
          </p:nvPr>
        </p:nvSpPr>
        <p:spPr>
          <a:xfrm>
            <a:off x="211026" y="4800600"/>
            <a:ext cx="35274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55" name="Google Shape;255;p38"/>
          <p:cNvSpPr txBox="1"/>
          <p:nvPr>
            <p:ph idx="4294967295" type="body"/>
          </p:nvPr>
        </p:nvSpPr>
        <p:spPr>
          <a:xfrm>
            <a:off x="541662" y="886200"/>
            <a:ext cx="8263800" cy="3371100"/>
          </a:xfrm>
          <a:prstGeom prst="rect">
            <a:avLst/>
          </a:prstGeom>
          <a:noFill/>
          <a:ln>
            <a:noFill/>
          </a:ln>
        </p:spPr>
        <p:txBody>
          <a:bodyPr anchorCtr="0" anchor="t" bIns="46400" lIns="92825" spcFirstLastPara="1" rIns="92825" wrap="square" tIns="46400">
            <a:noAutofit/>
          </a:bodyPr>
          <a:lstStyle/>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Hardware:</a:t>
            </a:r>
            <a:endParaRPr b="1"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Processor		: Minimum Intel i3</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	</a:t>
            </a:r>
            <a:r>
              <a:rPr lang="en" sz="2100">
                <a:latin typeface="Times New Roman"/>
                <a:ea typeface="Times New Roman"/>
                <a:cs typeface="Times New Roman"/>
                <a:sym typeface="Times New Roman"/>
              </a:rPr>
              <a:t>Hard Disk		: Minimum 40GB	</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RAM			: Minimum 4GB</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b="1" lang="en" sz="2100">
                <a:latin typeface="Times New Roman"/>
                <a:ea typeface="Times New Roman"/>
                <a:cs typeface="Times New Roman"/>
                <a:sym typeface="Times New Roman"/>
              </a:rPr>
              <a:t>Software:</a:t>
            </a:r>
            <a:endParaRPr b="1"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IDE				: VSCode</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Frontend		: </a:t>
            </a:r>
            <a:r>
              <a:rPr lang="en" sz="2100">
                <a:solidFill>
                  <a:schemeClr val="dk1"/>
                </a:solidFill>
                <a:latin typeface="Times New Roman"/>
                <a:ea typeface="Times New Roman"/>
                <a:cs typeface="Times New Roman"/>
                <a:sym typeface="Times New Roman"/>
              </a:rPr>
              <a:t>React.js</a:t>
            </a:r>
            <a:endParaRPr sz="2100">
              <a:latin typeface="Times New Roman"/>
              <a:ea typeface="Times New Roman"/>
              <a:cs typeface="Times New Roman"/>
              <a:sym typeface="Times New Roman"/>
            </a:endParaRPr>
          </a:p>
          <a:p>
            <a:pPr indent="0" lvl="0" marL="0" rtl="0" algn="just">
              <a:lnSpc>
                <a:spcPct val="150000"/>
              </a:lnSpc>
              <a:spcBef>
                <a:spcPts val="0"/>
              </a:spcBef>
              <a:spcAft>
                <a:spcPts val="0"/>
              </a:spcAft>
              <a:buClr>
                <a:schemeClr val="dk1"/>
              </a:buClr>
              <a:buSzPts val="2100"/>
              <a:buFont typeface="Times New Roman"/>
              <a:buNone/>
            </a:pPr>
            <a:r>
              <a:rPr lang="en" sz="2100">
                <a:latin typeface="Times New Roman"/>
                <a:ea typeface="Times New Roman"/>
                <a:cs typeface="Times New Roman"/>
                <a:sym typeface="Times New Roman"/>
              </a:rPr>
              <a:t>	Backend		: Express.js,MongoDB</a:t>
            </a:r>
            <a:endParaRPr sz="2100">
              <a:latin typeface="Times New Roman"/>
              <a:ea typeface="Times New Roman"/>
              <a:cs typeface="Times New Roman"/>
              <a:sym typeface="Times New Roman"/>
            </a:endParaRPr>
          </a:p>
        </p:txBody>
      </p:sp>
      <p:sp>
        <p:nvSpPr>
          <p:cNvPr id="256" name="Google Shape;256;p38"/>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13</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9"/>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PROPOSED SYSTEM</a:t>
            </a:r>
            <a:endParaRPr sz="3100"/>
          </a:p>
        </p:txBody>
      </p:sp>
      <p:sp>
        <p:nvSpPr>
          <p:cNvPr id="263" name="Google Shape;263;p39"/>
          <p:cNvSpPr txBox="1"/>
          <p:nvPr>
            <p:ph idx="11" type="ftr"/>
          </p:nvPr>
        </p:nvSpPr>
        <p:spPr>
          <a:xfrm>
            <a:off x="211026" y="4800600"/>
            <a:ext cx="35661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64" name="Google Shape;264;p39"/>
          <p:cNvSpPr txBox="1"/>
          <p:nvPr>
            <p:ph idx="4294967295" type="body"/>
          </p:nvPr>
        </p:nvSpPr>
        <p:spPr>
          <a:xfrm>
            <a:off x="631912" y="886200"/>
            <a:ext cx="8263800" cy="3371100"/>
          </a:xfrm>
          <a:prstGeom prst="rect">
            <a:avLst/>
          </a:prstGeom>
          <a:noFill/>
          <a:ln>
            <a:noFill/>
          </a:ln>
        </p:spPr>
        <p:txBody>
          <a:bodyPr anchorCtr="0" anchor="t" bIns="46400" lIns="92825" spcFirstLastPara="1" rIns="92825" wrap="square" tIns="46400">
            <a:noAutofit/>
          </a:bodyPr>
          <a:lstStyle/>
          <a:p>
            <a:pPr indent="457200" lvl="0" marL="0" rtl="0" algn="just">
              <a:lnSpc>
                <a:spcPct val="150000"/>
              </a:lnSpc>
              <a:spcBef>
                <a:spcPts val="120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The proposed system seeks to modernize education by integrating artificial intelligence into </a:t>
            </a:r>
            <a:r>
              <a:rPr lang="en" sz="2100">
                <a:solidFill>
                  <a:schemeClr val="dk1"/>
                </a:solidFill>
                <a:latin typeface="Times New Roman"/>
                <a:ea typeface="Times New Roman"/>
                <a:cs typeface="Times New Roman"/>
                <a:sym typeface="Times New Roman"/>
              </a:rPr>
              <a:t>the LMS, introducing features such as personalized recommendations, an AI-powered virtual assistant, mentor interaction, user-generated courses, share post, and online compilers. This forward-looking LMS aims to adapt to the "new normal" by offering a comprehensive learning environment tailored to the evolving needs of learners in a rapidly changing world.</a:t>
            </a:r>
            <a:endParaRPr sz="2100">
              <a:solidFill>
                <a:schemeClr val="dk1"/>
              </a:solidFill>
              <a:latin typeface="Times New Roman"/>
              <a:ea typeface="Times New Roman"/>
              <a:cs typeface="Times New Roman"/>
              <a:sym typeface="Times New Roman"/>
            </a:endParaRPr>
          </a:p>
          <a:p>
            <a:pPr indent="0" lvl="0" marL="0" rtl="0" algn="just">
              <a:lnSpc>
                <a:spcPct val="150000"/>
              </a:lnSpc>
              <a:spcBef>
                <a:spcPts val="1200"/>
              </a:spcBef>
              <a:spcAft>
                <a:spcPts val="0"/>
              </a:spcAft>
              <a:buClr>
                <a:schemeClr val="dk1"/>
              </a:buClr>
              <a:buSzPts val="2100"/>
              <a:buFont typeface="Times New Roman"/>
              <a:buNone/>
            </a:pPr>
            <a:r>
              <a:t/>
            </a:r>
            <a:endParaRPr sz="2100">
              <a:latin typeface="Times New Roman"/>
              <a:ea typeface="Times New Roman"/>
              <a:cs typeface="Times New Roman"/>
              <a:sym typeface="Times New Roman"/>
            </a:endParaRPr>
          </a:p>
        </p:txBody>
      </p:sp>
      <p:sp>
        <p:nvSpPr>
          <p:cNvPr id="265" name="Google Shape;265;p39"/>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14</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PROPOSED SYSTEM(CONTD.)</a:t>
            </a:r>
            <a:endParaRPr sz="3100"/>
          </a:p>
        </p:txBody>
      </p:sp>
      <p:sp>
        <p:nvSpPr>
          <p:cNvPr id="272" name="Google Shape;272;p40"/>
          <p:cNvSpPr txBox="1"/>
          <p:nvPr>
            <p:ph idx="11" type="ftr"/>
          </p:nvPr>
        </p:nvSpPr>
        <p:spPr>
          <a:xfrm>
            <a:off x="211026" y="4800600"/>
            <a:ext cx="35790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273" name="Google Shape;273;p40"/>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15</a:t>
            </a:r>
            <a:endParaRPr b="0" i="0" sz="1200" u="none" cap="none" strike="noStrike">
              <a:solidFill>
                <a:srgbClr val="8B8B8B"/>
              </a:solidFill>
              <a:latin typeface="Times New Roman"/>
              <a:ea typeface="Times New Roman"/>
              <a:cs typeface="Times New Roman"/>
              <a:sym typeface="Times New Roman"/>
            </a:endParaRPr>
          </a:p>
        </p:txBody>
      </p:sp>
      <p:sp>
        <p:nvSpPr>
          <p:cNvPr id="274" name="Google Shape;274;p40"/>
          <p:cNvSpPr txBox="1"/>
          <p:nvPr/>
        </p:nvSpPr>
        <p:spPr>
          <a:xfrm>
            <a:off x="93650" y="636500"/>
            <a:ext cx="8753100" cy="39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75" name="Google Shape;275;p40"/>
          <p:cNvPicPr preferRelativeResize="0"/>
          <p:nvPr/>
        </p:nvPicPr>
        <p:blipFill>
          <a:blip r:embed="rId3">
            <a:alphaModFix/>
          </a:blip>
          <a:stretch>
            <a:fillRect/>
          </a:stretch>
        </p:blipFill>
        <p:spPr>
          <a:xfrm>
            <a:off x="194350" y="641100"/>
            <a:ext cx="987750" cy="987750"/>
          </a:xfrm>
          <a:prstGeom prst="rect">
            <a:avLst/>
          </a:prstGeom>
          <a:noFill/>
          <a:ln>
            <a:noFill/>
          </a:ln>
        </p:spPr>
      </p:pic>
      <p:pic>
        <p:nvPicPr>
          <p:cNvPr id="276" name="Google Shape;276;p40"/>
          <p:cNvPicPr preferRelativeResize="0"/>
          <p:nvPr/>
        </p:nvPicPr>
        <p:blipFill>
          <a:blip r:embed="rId3">
            <a:alphaModFix/>
          </a:blip>
          <a:stretch>
            <a:fillRect/>
          </a:stretch>
        </p:blipFill>
        <p:spPr>
          <a:xfrm>
            <a:off x="7201312" y="641100"/>
            <a:ext cx="987750" cy="987750"/>
          </a:xfrm>
          <a:prstGeom prst="rect">
            <a:avLst/>
          </a:prstGeom>
          <a:noFill/>
          <a:ln>
            <a:noFill/>
          </a:ln>
        </p:spPr>
      </p:pic>
      <p:pic>
        <p:nvPicPr>
          <p:cNvPr id="277" name="Google Shape;277;p40"/>
          <p:cNvPicPr preferRelativeResize="0"/>
          <p:nvPr/>
        </p:nvPicPr>
        <p:blipFill>
          <a:blip r:embed="rId4">
            <a:alphaModFix/>
          </a:blip>
          <a:stretch>
            <a:fillRect/>
          </a:stretch>
        </p:blipFill>
        <p:spPr>
          <a:xfrm>
            <a:off x="2118244" y="641094"/>
            <a:ext cx="1140300" cy="1140300"/>
          </a:xfrm>
          <a:prstGeom prst="rect">
            <a:avLst/>
          </a:prstGeom>
          <a:noFill/>
          <a:ln>
            <a:noFill/>
          </a:ln>
        </p:spPr>
      </p:pic>
      <p:pic>
        <p:nvPicPr>
          <p:cNvPr id="278" name="Google Shape;278;p40"/>
          <p:cNvPicPr preferRelativeResize="0"/>
          <p:nvPr/>
        </p:nvPicPr>
        <p:blipFill>
          <a:blip r:embed="rId4">
            <a:alphaModFix/>
          </a:blip>
          <a:stretch>
            <a:fillRect/>
          </a:stretch>
        </p:blipFill>
        <p:spPr>
          <a:xfrm>
            <a:off x="5052519" y="641094"/>
            <a:ext cx="1140300" cy="1140300"/>
          </a:xfrm>
          <a:prstGeom prst="rect">
            <a:avLst/>
          </a:prstGeom>
          <a:noFill/>
          <a:ln>
            <a:noFill/>
          </a:ln>
        </p:spPr>
      </p:pic>
      <p:pic>
        <p:nvPicPr>
          <p:cNvPr id="279" name="Google Shape;279;p40"/>
          <p:cNvPicPr preferRelativeResize="0"/>
          <p:nvPr/>
        </p:nvPicPr>
        <p:blipFill rotWithShape="1">
          <a:blip r:embed="rId5">
            <a:alphaModFix/>
          </a:blip>
          <a:srcRect b="0" l="2922" r="0" t="0"/>
          <a:stretch/>
        </p:blipFill>
        <p:spPr>
          <a:xfrm>
            <a:off x="1871223" y="2086200"/>
            <a:ext cx="2757075" cy="1626400"/>
          </a:xfrm>
          <a:prstGeom prst="rect">
            <a:avLst/>
          </a:prstGeom>
          <a:noFill/>
          <a:ln>
            <a:noFill/>
          </a:ln>
        </p:spPr>
      </p:pic>
      <p:sp>
        <p:nvSpPr>
          <p:cNvPr id="280" name="Google Shape;280;p40"/>
          <p:cNvSpPr txBox="1"/>
          <p:nvPr/>
        </p:nvSpPr>
        <p:spPr>
          <a:xfrm>
            <a:off x="2668425" y="2275300"/>
            <a:ext cx="1444800" cy="7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Times New Roman"/>
                <a:ea typeface="Times New Roman"/>
                <a:cs typeface="Times New Roman"/>
                <a:sym typeface="Times New Roman"/>
              </a:rPr>
              <a:t>Course videos</a:t>
            </a:r>
            <a:endParaRPr b="1" sz="16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User Post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latin typeface="Times New Roman"/>
              <a:ea typeface="Times New Roman"/>
              <a:cs typeface="Times New Roman"/>
              <a:sym typeface="Times New Roman"/>
            </a:endParaRPr>
          </a:p>
        </p:txBody>
      </p:sp>
      <p:pic>
        <p:nvPicPr>
          <p:cNvPr id="281" name="Google Shape;281;p40"/>
          <p:cNvPicPr preferRelativeResize="0"/>
          <p:nvPr/>
        </p:nvPicPr>
        <p:blipFill>
          <a:blip r:embed="rId6">
            <a:alphaModFix/>
          </a:blip>
          <a:stretch>
            <a:fillRect/>
          </a:stretch>
        </p:blipFill>
        <p:spPr>
          <a:xfrm>
            <a:off x="5780324" y="2026425"/>
            <a:ext cx="714225" cy="1686185"/>
          </a:xfrm>
          <a:prstGeom prst="rect">
            <a:avLst/>
          </a:prstGeom>
          <a:noFill/>
          <a:ln>
            <a:noFill/>
          </a:ln>
        </p:spPr>
      </p:pic>
      <p:pic>
        <p:nvPicPr>
          <p:cNvPr id="282" name="Google Shape;282;p40"/>
          <p:cNvPicPr preferRelativeResize="0"/>
          <p:nvPr/>
        </p:nvPicPr>
        <p:blipFill>
          <a:blip r:embed="rId7">
            <a:alphaModFix/>
          </a:blip>
          <a:stretch>
            <a:fillRect/>
          </a:stretch>
        </p:blipFill>
        <p:spPr>
          <a:xfrm>
            <a:off x="7963488" y="1963225"/>
            <a:ext cx="714225" cy="864760"/>
          </a:xfrm>
          <a:prstGeom prst="rect">
            <a:avLst/>
          </a:prstGeom>
          <a:noFill/>
          <a:ln>
            <a:noFill/>
          </a:ln>
        </p:spPr>
      </p:pic>
      <p:pic>
        <p:nvPicPr>
          <p:cNvPr id="283" name="Google Shape;283;p40"/>
          <p:cNvPicPr preferRelativeResize="0"/>
          <p:nvPr/>
        </p:nvPicPr>
        <p:blipFill>
          <a:blip r:embed="rId8">
            <a:alphaModFix/>
          </a:blip>
          <a:stretch>
            <a:fillRect/>
          </a:stretch>
        </p:blipFill>
        <p:spPr>
          <a:xfrm>
            <a:off x="7849699" y="3445224"/>
            <a:ext cx="941800" cy="941800"/>
          </a:xfrm>
          <a:prstGeom prst="rect">
            <a:avLst/>
          </a:prstGeom>
          <a:noFill/>
          <a:ln>
            <a:noFill/>
          </a:ln>
        </p:spPr>
      </p:pic>
      <p:cxnSp>
        <p:nvCxnSpPr>
          <p:cNvPr id="284" name="Google Shape;284;p40"/>
          <p:cNvCxnSpPr/>
          <p:nvPr/>
        </p:nvCxnSpPr>
        <p:spPr>
          <a:xfrm flipH="1" rot="10800000">
            <a:off x="1276200" y="1018375"/>
            <a:ext cx="644700" cy="12900"/>
          </a:xfrm>
          <a:prstGeom prst="straightConnector1">
            <a:avLst/>
          </a:prstGeom>
          <a:noFill/>
          <a:ln cap="flat" cmpd="sng" w="9525">
            <a:solidFill>
              <a:schemeClr val="dk1"/>
            </a:solidFill>
            <a:prstDash val="solid"/>
            <a:round/>
            <a:headEnd len="med" w="med" type="none"/>
            <a:tailEnd len="med" w="med" type="triangle"/>
          </a:ln>
        </p:spPr>
      </p:cxnSp>
      <p:cxnSp>
        <p:nvCxnSpPr>
          <p:cNvPr id="285" name="Google Shape;285;p40"/>
          <p:cNvCxnSpPr/>
          <p:nvPr/>
        </p:nvCxnSpPr>
        <p:spPr>
          <a:xfrm rot="10800000">
            <a:off x="1288950" y="1198850"/>
            <a:ext cx="631800" cy="0"/>
          </a:xfrm>
          <a:prstGeom prst="straightConnector1">
            <a:avLst/>
          </a:prstGeom>
          <a:noFill/>
          <a:ln cap="flat" cmpd="sng" w="9525">
            <a:solidFill>
              <a:schemeClr val="dk1"/>
            </a:solidFill>
            <a:prstDash val="solid"/>
            <a:round/>
            <a:headEnd len="med" w="med" type="none"/>
            <a:tailEnd len="med" w="med" type="triangle"/>
          </a:ln>
        </p:spPr>
      </p:cxnSp>
      <p:sp>
        <p:nvSpPr>
          <p:cNvPr id="286" name="Google Shape;286;p40"/>
          <p:cNvSpPr txBox="1"/>
          <p:nvPr/>
        </p:nvSpPr>
        <p:spPr>
          <a:xfrm>
            <a:off x="1221400" y="745400"/>
            <a:ext cx="9417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Request</a:t>
            </a:r>
            <a:endParaRPr sz="1000"/>
          </a:p>
        </p:txBody>
      </p:sp>
      <p:sp>
        <p:nvSpPr>
          <p:cNvPr id="287" name="Google Shape;287;p40"/>
          <p:cNvSpPr txBox="1"/>
          <p:nvPr/>
        </p:nvSpPr>
        <p:spPr>
          <a:xfrm>
            <a:off x="1264675" y="1135550"/>
            <a:ext cx="771000" cy="3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Response</a:t>
            </a:r>
            <a:endParaRPr sz="1000"/>
          </a:p>
        </p:txBody>
      </p:sp>
      <p:sp>
        <p:nvSpPr>
          <p:cNvPr id="288" name="Google Shape;288;p40"/>
          <p:cNvSpPr txBox="1"/>
          <p:nvPr/>
        </p:nvSpPr>
        <p:spPr>
          <a:xfrm>
            <a:off x="6174400" y="745400"/>
            <a:ext cx="9417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Request</a:t>
            </a:r>
            <a:endParaRPr sz="1000"/>
          </a:p>
        </p:txBody>
      </p:sp>
      <p:sp>
        <p:nvSpPr>
          <p:cNvPr id="289" name="Google Shape;289;p40"/>
          <p:cNvSpPr txBox="1"/>
          <p:nvPr/>
        </p:nvSpPr>
        <p:spPr>
          <a:xfrm>
            <a:off x="6217675" y="1154500"/>
            <a:ext cx="771000" cy="4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Response</a:t>
            </a:r>
            <a:endParaRPr sz="1000"/>
          </a:p>
        </p:txBody>
      </p:sp>
      <p:cxnSp>
        <p:nvCxnSpPr>
          <p:cNvPr id="290" name="Google Shape;290;p40"/>
          <p:cNvCxnSpPr/>
          <p:nvPr/>
        </p:nvCxnSpPr>
        <p:spPr>
          <a:xfrm rot="10800000">
            <a:off x="6252200" y="1031275"/>
            <a:ext cx="747600" cy="0"/>
          </a:xfrm>
          <a:prstGeom prst="straightConnector1">
            <a:avLst/>
          </a:prstGeom>
          <a:noFill/>
          <a:ln cap="flat" cmpd="sng" w="9525">
            <a:solidFill>
              <a:schemeClr val="dk1"/>
            </a:solidFill>
            <a:prstDash val="solid"/>
            <a:round/>
            <a:headEnd len="med" w="med" type="none"/>
            <a:tailEnd len="med" w="med" type="triangle"/>
          </a:ln>
        </p:spPr>
      </p:cxnSp>
      <p:cxnSp>
        <p:nvCxnSpPr>
          <p:cNvPr id="291" name="Google Shape;291;p40"/>
          <p:cNvCxnSpPr/>
          <p:nvPr/>
        </p:nvCxnSpPr>
        <p:spPr>
          <a:xfrm>
            <a:off x="6314275" y="1206875"/>
            <a:ext cx="799200" cy="0"/>
          </a:xfrm>
          <a:prstGeom prst="straightConnector1">
            <a:avLst/>
          </a:prstGeom>
          <a:noFill/>
          <a:ln cap="flat" cmpd="sng" w="9525">
            <a:solidFill>
              <a:schemeClr val="dk1"/>
            </a:solidFill>
            <a:prstDash val="solid"/>
            <a:round/>
            <a:headEnd len="med" w="med" type="none"/>
            <a:tailEnd len="med" w="med" type="triangle"/>
          </a:ln>
        </p:spPr>
      </p:cxnSp>
      <p:sp>
        <p:nvSpPr>
          <p:cNvPr id="292" name="Google Shape;292;p40"/>
          <p:cNvSpPr/>
          <p:nvPr/>
        </p:nvSpPr>
        <p:spPr>
          <a:xfrm rot="5401081">
            <a:off x="2958625" y="1385825"/>
            <a:ext cx="954000" cy="399600"/>
          </a:xfrm>
          <a:prstGeom prst="bentArrow">
            <a:avLst>
              <a:gd fmla="val 5693" name="adj1"/>
              <a:gd fmla="val 31720" name="adj2"/>
              <a:gd fmla="val 34607" name="adj3"/>
              <a:gd fmla="val 472" name="adj4"/>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40"/>
          <p:cNvSpPr/>
          <p:nvPr/>
        </p:nvSpPr>
        <p:spPr>
          <a:xfrm flipH="1" rot="-5398922">
            <a:off x="3992006" y="1191300"/>
            <a:ext cx="956400" cy="812100"/>
          </a:xfrm>
          <a:prstGeom prst="bentArrow">
            <a:avLst>
              <a:gd fmla="val 3466" name="adj1"/>
              <a:gd fmla="val 15663" name="adj2"/>
              <a:gd fmla="val 19062" name="adj3"/>
              <a:gd fmla="val 0" name="adj4"/>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40"/>
          <p:cNvSpPr txBox="1"/>
          <p:nvPr/>
        </p:nvSpPr>
        <p:spPr>
          <a:xfrm>
            <a:off x="4650400" y="2498000"/>
            <a:ext cx="9417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Request</a:t>
            </a:r>
            <a:endParaRPr sz="1000"/>
          </a:p>
        </p:txBody>
      </p:sp>
      <p:sp>
        <p:nvSpPr>
          <p:cNvPr id="295" name="Google Shape;295;p40"/>
          <p:cNvSpPr txBox="1"/>
          <p:nvPr/>
        </p:nvSpPr>
        <p:spPr>
          <a:xfrm>
            <a:off x="4693675" y="2888150"/>
            <a:ext cx="771000" cy="3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Response</a:t>
            </a:r>
            <a:endParaRPr sz="1000"/>
          </a:p>
        </p:txBody>
      </p:sp>
      <p:cxnSp>
        <p:nvCxnSpPr>
          <p:cNvPr id="296" name="Google Shape;296;p40"/>
          <p:cNvCxnSpPr/>
          <p:nvPr/>
        </p:nvCxnSpPr>
        <p:spPr>
          <a:xfrm flipH="1" rot="10800000">
            <a:off x="4781400" y="2770975"/>
            <a:ext cx="644700" cy="12900"/>
          </a:xfrm>
          <a:prstGeom prst="straightConnector1">
            <a:avLst/>
          </a:prstGeom>
          <a:noFill/>
          <a:ln cap="flat" cmpd="sng" w="9525">
            <a:solidFill>
              <a:schemeClr val="dk1"/>
            </a:solidFill>
            <a:prstDash val="solid"/>
            <a:round/>
            <a:headEnd len="med" w="med" type="none"/>
            <a:tailEnd len="med" w="med" type="triangle"/>
          </a:ln>
        </p:spPr>
      </p:cxnSp>
      <p:cxnSp>
        <p:nvCxnSpPr>
          <p:cNvPr id="297" name="Google Shape;297;p40"/>
          <p:cNvCxnSpPr/>
          <p:nvPr/>
        </p:nvCxnSpPr>
        <p:spPr>
          <a:xfrm rot="10800000">
            <a:off x="4794150" y="2951450"/>
            <a:ext cx="631800" cy="0"/>
          </a:xfrm>
          <a:prstGeom prst="straightConnector1">
            <a:avLst/>
          </a:prstGeom>
          <a:noFill/>
          <a:ln cap="flat" cmpd="sng" w="9525">
            <a:solidFill>
              <a:schemeClr val="dk1"/>
            </a:solidFill>
            <a:prstDash val="solid"/>
            <a:round/>
            <a:headEnd len="med" w="med" type="none"/>
            <a:tailEnd len="med" w="med" type="triangle"/>
          </a:ln>
        </p:spPr>
      </p:cxnSp>
      <p:sp>
        <p:nvSpPr>
          <p:cNvPr id="298" name="Google Shape;298;p40"/>
          <p:cNvSpPr/>
          <p:nvPr/>
        </p:nvSpPr>
        <p:spPr>
          <a:xfrm rot="-454372">
            <a:off x="6604562" y="2316045"/>
            <a:ext cx="1304377" cy="180661"/>
          </a:xfrm>
          <a:prstGeom prst="lef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40"/>
          <p:cNvSpPr/>
          <p:nvPr/>
        </p:nvSpPr>
        <p:spPr>
          <a:xfrm rot="1308476">
            <a:off x="6522288" y="3263469"/>
            <a:ext cx="1468924" cy="180663"/>
          </a:xfrm>
          <a:prstGeom prst="lef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40"/>
          <p:cNvSpPr txBox="1"/>
          <p:nvPr/>
        </p:nvSpPr>
        <p:spPr>
          <a:xfrm>
            <a:off x="378925" y="1628850"/>
            <a:ext cx="771000" cy="27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Content Creator</a:t>
            </a:r>
            <a:endParaRPr>
              <a:latin typeface="Times New Roman"/>
              <a:ea typeface="Times New Roman"/>
              <a:cs typeface="Times New Roman"/>
              <a:sym typeface="Times New Roman"/>
            </a:endParaRPr>
          </a:p>
        </p:txBody>
      </p:sp>
      <p:sp>
        <p:nvSpPr>
          <p:cNvPr id="301" name="Google Shape;301;p40"/>
          <p:cNvSpPr txBox="1"/>
          <p:nvPr/>
        </p:nvSpPr>
        <p:spPr>
          <a:xfrm>
            <a:off x="7462063" y="1590988"/>
            <a:ext cx="771000" cy="2730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
                <a:latin typeface="Times New Roman"/>
                <a:ea typeface="Times New Roman"/>
                <a:cs typeface="Times New Roman"/>
                <a:sym typeface="Times New Roman"/>
              </a:rPr>
              <a:t>User</a:t>
            </a:r>
            <a:endParaRPr>
              <a:latin typeface="Times New Roman"/>
              <a:ea typeface="Times New Roman"/>
              <a:cs typeface="Times New Roman"/>
              <a:sym typeface="Times New Roman"/>
            </a:endParaRPr>
          </a:p>
        </p:txBody>
      </p:sp>
      <p:sp>
        <p:nvSpPr>
          <p:cNvPr id="302" name="Google Shape;302;p40"/>
          <p:cNvSpPr txBox="1"/>
          <p:nvPr/>
        </p:nvSpPr>
        <p:spPr>
          <a:xfrm>
            <a:off x="2270650" y="1628850"/>
            <a:ext cx="9879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Browser</a:t>
            </a:r>
            <a:endParaRPr>
              <a:latin typeface="Times New Roman"/>
              <a:ea typeface="Times New Roman"/>
              <a:cs typeface="Times New Roman"/>
              <a:sym typeface="Times New Roman"/>
            </a:endParaRPr>
          </a:p>
        </p:txBody>
      </p:sp>
      <p:sp>
        <p:nvSpPr>
          <p:cNvPr id="303" name="Google Shape;303;p40"/>
          <p:cNvSpPr txBox="1"/>
          <p:nvPr/>
        </p:nvSpPr>
        <p:spPr>
          <a:xfrm>
            <a:off x="5213675" y="1638300"/>
            <a:ext cx="9879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Browser</a:t>
            </a:r>
            <a:endParaRPr>
              <a:latin typeface="Times New Roman"/>
              <a:ea typeface="Times New Roman"/>
              <a:cs typeface="Times New Roman"/>
              <a:sym typeface="Times New Roman"/>
            </a:endParaRPr>
          </a:p>
        </p:txBody>
      </p:sp>
      <p:sp>
        <p:nvSpPr>
          <p:cNvPr id="304" name="Google Shape;304;p40"/>
          <p:cNvSpPr txBox="1"/>
          <p:nvPr/>
        </p:nvSpPr>
        <p:spPr>
          <a:xfrm>
            <a:off x="1981200" y="3841500"/>
            <a:ext cx="2757000" cy="5454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n" sz="1200">
                <a:latin typeface="Times New Roman"/>
                <a:ea typeface="Times New Roman"/>
                <a:cs typeface="Times New Roman"/>
                <a:sym typeface="Times New Roman"/>
              </a:rPr>
              <a:t>User Interface</a:t>
            </a:r>
            <a:endParaRPr sz="1200">
              <a:latin typeface="Times New Roman"/>
              <a:ea typeface="Times New Roman"/>
              <a:cs typeface="Times New Roman"/>
              <a:sym typeface="Times New Roman"/>
            </a:endParaRPr>
          </a:p>
        </p:txBody>
      </p:sp>
      <p:sp>
        <p:nvSpPr>
          <p:cNvPr id="305" name="Google Shape;305;p40"/>
          <p:cNvSpPr txBox="1"/>
          <p:nvPr/>
        </p:nvSpPr>
        <p:spPr>
          <a:xfrm>
            <a:off x="5426100" y="3827725"/>
            <a:ext cx="1895100" cy="7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	server</a:t>
            </a:r>
            <a:endParaRPr sz="1100">
              <a:latin typeface="Times New Roman"/>
              <a:ea typeface="Times New Roman"/>
              <a:cs typeface="Times New Roman"/>
              <a:sym typeface="Times New Roman"/>
            </a:endParaRPr>
          </a:p>
        </p:txBody>
      </p:sp>
      <p:sp>
        <p:nvSpPr>
          <p:cNvPr id="306" name="Google Shape;306;p40"/>
          <p:cNvSpPr txBox="1"/>
          <p:nvPr/>
        </p:nvSpPr>
        <p:spPr>
          <a:xfrm>
            <a:off x="7986800" y="1716988"/>
            <a:ext cx="941700" cy="1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Database</a:t>
            </a:r>
            <a:endParaRPr sz="1000"/>
          </a:p>
        </p:txBody>
      </p:sp>
      <p:sp>
        <p:nvSpPr>
          <p:cNvPr id="307" name="Google Shape;307;p40"/>
          <p:cNvSpPr txBox="1"/>
          <p:nvPr/>
        </p:nvSpPr>
        <p:spPr>
          <a:xfrm>
            <a:off x="7979525" y="3106725"/>
            <a:ext cx="867300" cy="2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Times New Roman"/>
                <a:ea typeface="Times New Roman"/>
                <a:cs typeface="Times New Roman"/>
                <a:sym typeface="Times New Roman"/>
              </a:rPr>
              <a:t>File System</a:t>
            </a:r>
            <a:endParaRPr sz="9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1"/>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MODULES</a:t>
            </a:r>
            <a:endParaRPr sz="3100"/>
          </a:p>
        </p:txBody>
      </p:sp>
      <p:sp>
        <p:nvSpPr>
          <p:cNvPr id="314" name="Google Shape;314;p41"/>
          <p:cNvSpPr txBox="1"/>
          <p:nvPr>
            <p:ph idx="11" type="ftr"/>
          </p:nvPr>
        </p:nvSpPr>
        <p:spPr>
          <a:xfrm>
            <a:off x="211026" y="4800600"/>
            <a:ext cx="35661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315" name="Google Shape;315;p41"/>
          <p:cNvSpPr txBox="1"/>
          <p:nvPr>
            <p:ph idx="4294967295" type="body"/>
          </p:nvPr>
        </p:nvSpPr>
        <p:spPr>
          <a:xfrm>
            <a:off x="631912" y="886200"/>
            <a:ext cx="8263800" cy="3371100"/>
          </a:xfrm>
          <a:prstGeom prst="rect">
            <a:avLst/>
          </a:prstGeom>
          <a:noFill/>
          <a:ln>
            <a:noFill/>
          </a:ln>
        </p:spPr>
        <p:txBody>
          <a:bodyPr anchorCtr="0" anchor="t" bIns="46400" lIns="92825" spcFirstLastPara="1" rIns="92825" wrap="square" tIns="46400">
            <a:noAutofit/>
          </a:bodyPr>
          <a:lstStyle/>
          <a:p>
            <a:pPr indent="0" lvl="0" marL="0" rtl="0" algn="just">
              <a:lnSpc>
                <a:spcPct val="115000"/>
              </a:lnSpc>
              <a:spcBef>
                <a:spcPts val="1200"/>
              </a:spcBef>
              <a:spcAft>
                <a:spcPts val="0"/>
              </a:spcAft>
              <a:buNone/>
            </a:pPr>
            <a:r>
              <a:rPr b="1" lang="en" sz="2100">
                <a:latin typeface="Times New Roman"/>
                <a:ea typeface="Times New Roman"/>
                <a:cs typeface="Times New Roman"/>
                <a:sym typeface="Times New Roman"/>
              </a:rPr>
              <a:t>User Management:</a:t>
            </a:r>
            <a:r>
              <a:rPr lang="en"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a:p>
            <a:pPr indent="-298450" lvl="0" marL="914400" rtl="0" algn="just">
              <a:lnSpc>
                <a:spcPct val="115000"/>
              </a:lnSpc>
              <a:spcBef>
                <a:spcPts val="1200"/>
              </a:spcBef>
              <a:spcAft>
                <a:spcPts val="0"/>
              </a:spcAft>
              <a:buClr>
                <a:schemeClr val="dk1"/>
              </a:buClr>
              <a:buSzPts val="1100"/>
              <a:buChar char="●"/>
            </a:pPr>
            <a:r>
              <a:rPr lang="en" sz="2100">
                <a:latin typeface="Times New Roman"/>
                <a:ea typeface="Times New Roman"/>
                <a:cs typeface="Times New Roman"/>
                <a:sym typeface="Times New Roman"/>
              </a:rPr>
              <a:t>Profile: View and manage your account details, progress, and achievements.</a:t>
            </a:r>
            <a:endParaRPr sz="2100">
              <a:latin typeface="Times New Roman"/>
              <a:ea typeface="Times New Roman"/>
              <a:cs typeface="Times New Roman"/>
              <a:sym typeface="Times New Roman"/>
            </a:endParaRPr>
          </a:p>
          <a:p>
            <a:pPr indent="-298450" lvl="0" marL="914400" rtl="0" algn="just">
              <a:lnSpc>
                <a:spcPct val="115000"/>
              </a:lnSpc>
              <a:spcBef>
                <a:spcPts val="0"/>
              </a:spcBef>
              <a:spcAft>
                <a:spcPts val="0"/>
              </a:spcAft>
              <a:buClr>
                <a:schemeClr val="dk1"/>
              </a:buClr>
              <a:buSzPts val="1100"/>
              <a:buChar char="●"/>
            </a:pPr>
            <a:r>
              <a:rPr lang="en" sz="2100">
                <a:latin typeface="Times New Roman"/>
                <a:ea typeface="Times New Roman"/>
                <a:cs typeface="Times New Roman"/>
                <a:sym typeface="Times New Roman"/>
              </a:rPr>
              <a:t>Chat: Directly communicate with mentors or content creators for support and guidance.</a:t>
            </a:r>
            <a:endParaRPr sz="2100">
              <a:latin typeface="Times New Roman"/>
              <a:ea typeface="Times New Roman"/>
              <a:cs typeface="Times New Roman"/>
              <a:sym typeface="Times New Roman"/>
            </a:endParaRPr>
          </a:p>
          <a:p>
            <a:pPr indent="-298450" lvl="0" marL="914400" rtl="0" algn="just">
              <a:lnSpc>
                <a:spcPct val="115000"/>
              </a:lnSpc>
              <a:spcBef>
                <a:spcPts val="0"/>
              </a:spcBef>
              <a:spcAft>
                <a:spcPts val="0"/>
              </a:spcAft>
              <a:buClr>
                <a:schemeClr val="dk1"/>
              </a:buClr>
              <a:buSzPts val="1100"/>
              <a:buChar char="●"/>
            </a:pPr>
            <a:r>
              <a:rPr lang="en" sz="2100">
                <a:latin typeface="Times New Roman"/>
                <a:ea typeface="Times New Roman"/>
                <a:cs typeface="Times New Roman"/>
                <a:sym typeface="Times New Roman"/>
              </a:rPr>
              <a:t>ChatAssistant: Get assistance with technology-related queries from an AI chatbot.</a:t>
            </a:r>
            <a:endParaRPr sz="2100">
              <a:latin typeface="Times New Roman"/>
              <a:ea typeface="Times New Roman"/>
              <a:cs typeface="Times New Roman"/>
              <a:sym typeface="Times New Roman"/>
            </a:endParaRPr>
          </a:p>
          <a:p>
            <a:pPr indent="-298450" lvl="0" marL="914400" rtl="0" algn="just">
              <a:lnSpc>
                <a:spcPct val="115000"/>
              </a:lnSpc>
              <a:spcBef>
                <a:spcPts val="0"/>
              </a:spcBef>
              <a:spcAft>
                <a:spcPts val="0"/>
              </a:spcAft>
              <a:buClr>
                <a:schemeClr val="dk1"/>
              </a:buClr>
              <a:buSzPts val="1100"/>
              <a:buChar char="●"/>
            </a:pPr>
            <a:r>
              <a:rPr lang="en" sz="2100">
                <a:latin typeface="Times New Roman"/>
                <a:ea typeface="Times New Roman"/>
                <a:cs typeface="Times New Roman"/>
                <a:sym typeface="Times New Roman"/>
              </a:rPr>
              <a:t>Notifications: Receive updates on course enrollments, messages, and other relevant activities.</a:t>
            </a:r>
            <a:endParaRPr sz="2100">
              <a:latin typeface="Times New Roman"/>
              <a:ea typeface="Times New Roman"/>
              <a:cs typeface="Times New Roman"/>
              <a:sym typeface="Times New Roman"/>
            </a:endParaRPr>
          </a:p>
          <a:p>
            <a:pPr indent="0" lvl="0" marL="457200" rtl="0" algn="just">
              <a:lnSpc>
                <a:spcPct val="115000"/>
              </a:lnSpc>
              <a:spcBef>
                <a:spcPts val="1200"/>
              </a:spcBef>
              <a:spcAft>
                <a:spcPts val="1200"/>
              </a:spcAft>
              <a:buNone/>
            </a:pPr>
            <a:r>
              <a:t/>
            </a:r>
            <a:endParaRPr sz="2100">
              <a:latin typeface="Times New Roman"/>
              <a:ea typeface="Times New Roman"/>
              <a:cs typeface="Times New Roman"/>
              <a:sym typeface="Times New Roman"/>
            </a:endParaRPr>
          </a:p>
        </p:txBody>
      </p:sp>
      <p:sp>
        <p:nvSpPr>
          <p:cNvPr id="316" name="Google Shape;316;p41"/>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16</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2"/>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MODULES</a:t>
            </a:r>
            <a:endParaRPr sz="3100"/>
          </a:p>
        </p:txBody>
      </p:sp>
      <p:sp>
        <p:nvSpPr>
          <p:cNvPr id="323" name="Google Shape;323;p42"/>
          <p:cNvSpPr txBox="1"/>
          <p:nvPr>
            <p:ph idx="11" type="ftr"/>
          </p:nvPr>
        </p:nvSpPr>
        <p:spPr>
          <a:xfrm>
            <a:off x="211026" y="4800600"/>
            <a:ext cx="35661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324" name="Google Shape;324;p42"/>
          <p:cNvSpPr txBox="1"/>
          <p:nvPr>
            <p:ph idx="4294967295" type="body"/>
          </p:nvPr>
        </p:nvSpPr>
        <p:spPr>
          <a:xfrm>
            <a:off x="631912" y="886200"/>
            <a:ext cx="8263800" cy="3371100"/>
          </a:xfrm>
          <a:prstGeom prst="rect">
            <a:avLst/>
          </a:prstGeom>
          <a:noFill/>
          <a:ln>
            <a:noFill/>
          </a:ln>
        </p:spPr>
        <p:txBody>
          <a:bodyPr anchorCtr="0" anchor="t" bIns="46400" lIns="92825" spcFirstLastPara="1" rIns="92825" wrap="square" tIns="46400">
            <a:noAutofit/>
          </a:bodyPr>
          <a:lstStyle/>
          <a:p>
            <a:pPr indent="0" lvl="0" marL="0" rtl="0" algn="just">
              <a:lnSpc>
                <a:spcPct val="115000"/>
              </a:lnSpc>
              <a:spcBef>
                <a:spcPts val="1200"/>
              </a:spcBef>
              <a:spcAft>
                <a:spcPts val="0"/>
              </a:spcAft>
              <a:buNone/>
            </a:pPr>
            <a:r>
              <a:rPr b="1" lang="en" sz="2100">
                <a:latin typeface="Times New Roman"/>
                <a:ea typeface="Times New Roman"/>
                <a:cs typeface="Times New Roman"/>
                <a:sym typeface="Times New Roman"/>
              </a:rPr>
              <a:t>Course Management:</a:t>
            </a:r>
            <a:endParaRPr b="1" sz="2100">
              <a:latin typeface="Times New Roman"/>
              <a:ea typeface="Times New Roman"/>
              <a:cs typeface="Times New Roman"/>
              <a:sym typeface="Times New Roman"/>
            </a:endParaRPr>
          </a:p>
          <a:p>
            <a:pPr indent="-298450" lvl="0" marL="914400" rtl="0" algn="l">
              <a:lnSpc>
                <a:spcPct val="115000"/>
              </a:lnSpc>
              <a:spcBef>
                <a:spcPts val="1200"/>
              </a:spcBef>
              <a:spcAft>
                <a:spcPts val="0"/>
              </a:spcAft>
              <a:buClr>
                <a:schemeClr val="dk1"/>
              </a:buClr>
              <a:buSzPts val="1100"/>
              <a:buChar char="●"/>
            </a:pPr>
            <a:r>
              <a:rPr lang="en" sz="2100">
                <a:latin typeface="Times New Roman"/>
                <a:ea typeface="Times New Roman"/>
                <a:cs typeface="Times New Roman"/>
                <a:sym typeface="Times New Roman"/>
              </a:rPr>
              <a:t>Access and participate in learning modules or create your own courses.</a:t>
            </a:r>
            <a:endParaRPr sz="2100">
              <a:latin typeface="Times New Roman"/>
              <a:ea typeface="Times New Roman"/>
              <a:cs typeface="Times New Roman"/>
              <a:sym typeface="Times New Roman"/>
            </a:endParaRPr>
          </a:p>
          <a:p>
            <a:pPr indent="-298450" lvl="0" marL="914400" rtl="0" algn="l">
              <a:lnSpc>
                <a:spcPct val="115000"/>
              </a:lnSpc>
              <a:spcBef>
                <a:spcPts val="0"/>
              </a:spcBef>
              <a:spcAft>
                <a:spcPts val="0"/>
              </a:spcAft>
              <a:buClr>
                <a:schemeClr val="dk1"/>
              </a:buClr>
              <a:buSzPts val="1100"/>
              <a:buChar char="●"/>
            </a:pPr>
            <a:r>
              <a:rPr lang="en" sz="2100">
                <a:latin typeface="Times New Roman"/>
                <a:ea typeface="Times New Roman"/>
                <a:cs typeface="Times New Roman"/>
                <a:sym typeface="Times New Roman"/>
              </a:rPr>
              <a:t>Feed: Share updates, achievements, and engage with others on the platform.</a:t>
            </a:r>
            <a:endParaRPr sz="2100">
              <a:latin typeface="Times New Roman"/>
              <a:ea typeface="Times New Roman"/>
              <a:cs typeface="Times New Roman"/>
              <a:sym typeface="Times New Roman"/>
            </a:endParaRPr>
          </a:p>
          <a:p>
            <a:pPr indent="-298450" lvl="0" marL="914400" rtl="0" algn="l">
              <a:lnSpc>
                <a:spcPct val="115000"/>
              </a:lnSpc>
              <a:spcBef>
                <a:spcPts val="0"/>
              </a:spcBef>
              <a:spcAft>
                <a:spcPts val="0"/>
              </a:spcAft>
              <a:buClr>
                <a:schemeClr val="dk1"/>
              </a:buClr>
              <a:buSzPts val="1100"/>
              <a:buChar char="●"/>
            </a:pPr>
            <a:r>
              <a:rPr lang="en" sz="2100">
                <a:latin typeface="Times New Roman"/>
                <a:ea typeface="Times New Roman"/>
                <a:cs typeface="Times New Roman"/>
                <a:sym typeface="Times New Roman"/>
              </a:rPr>
              <a:t>Progress Tracking: Monitor your progress within courses, track completed modules, and set learning goals.</a:t>
            </a:r>
            <a:endParaRPr sz="2100">
              <a:latin typeface="Times New Roman"/>
              <a:ea typeface="Times New Roman"/>
              <a:cs typeface="Times New Roman"/>
              <a:sym typeface="Times New Roman"/>
            </a:endParaRPr>
          </a:p>
          <a:p>
            <a:pPr indent="-298450" lvl="0" marL="914400" rtl="0" algn="l">
              <a:lnSpc>
                <a:spcPct val="115000"/>
              </a:lnSpc>
              <a:spcBef>
                <a:spcPts val="0"/>
              </a:spcBef>
              <a:spcAft>
                <a:spcPts val="0"/>
              </a:spcAft>
              <a:buClr>
                <a:schemeClr val="dk1"/>
              </a:buClr>
              <a:buSzPts val="1100"/>
              <a:buChar char="●"/>
            </a:pPr>
            <a:r>
              <a:rPr lang="en" sz="2100">
                <a:latin typeface="Times New Roman"/>
                <a:ea typeface="Times New Roman"/>
                <a:cs typeface="Times New Roman"/>
                <a:sym typeface="Times New Roman"/>
              </a:rPr>
              <a:t>Collaboration Tools: Collaborate with peers on projects, assignments, or discussions within courses.</a:t>
            </a:r>
            <a:endParaRPr sz="2100">
              <a:latin typeface="Times New Roman"/>
              <a:ea typeface="Times New Roman"/>
              <a:cs typeface="Times New Roman"/>
              <a:sym typeface="Times New Roman"/>
            </a:endParaRPr>
          </a:p>
          <a:p>
            <a:pPr indent="0" lvl="0" marL="914400" rtl="0" algn="just">
              <a:lnSpc>
                <a:spcPct val="115000"/>
              </a:lnSpc>
              <a:spcBef>
                <a:spcPts val="1200"/>
              </a:spcBef>
              <a:spcAft>
                <a:spcPts val="0"/>
              </a:spcAft>
              <a:buNone/>
            </a:pPr>
            <a:r>
              <a:t/>
            </a:r>
            <a:endParaRPr sz="2100">
              <a:latin typeface="Times New Roman"/>
              <a:ea typeface="Times New Roman"/>
              <a:cs typeface="Times New Roman"/>
              <a:sym typeface="Times New Roman"/>
            </a:endParaRPr>
          </a:p>
          <a:p>
            <a:pPr indent="0" lvl="0" marL="457200" rtl="0" algn="just">
              <a:lnSpc>
                <a:spcPct val="115000"/>
              </a:lnSpc>
              <a:spcBef>
                <a:spcPts val="1200"/>
              </a:spcBef>
              <a:spcAft>
                <a:spcPts val="1200"/>
              </a:spcAft>
              <a:buNone/>
            </a:pPr>
            <a:r>
              <a:t/>
            </a:r>
            <a:endParaRPr sz="2100">
              <a:latin typeface="Times New Roman"/>
              <a:ea typeface="Times New Roman"/>
              <a:cs typeface="Times New Roman"/>
              <a:sym typeface="Times New Roman"/>
            </a:endParaRPr>
          </a:p>
        </p:txBody>
      </p:sp>
      <p:sp>
        <p:nvSpPr>
          <p:cNvPr id="325" name="Google Shape;325;p42"/>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17</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3"/>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MODULES</a:t>
            </a:r>
            <a:endParaRPr sz="3100"/>
          </a:p>
        </p:txBody>
      </p:sp>
      <p:sp>
        <p:nvSpPr>
          <p:cNvPr id="332" name="Google Shape;332;p43"/>
          <p:cNvSpPr txBox="1"/>
          <p:nvPr>
            <p:ph idx="11" type="ftr"/>
          </p:nvPr>
        </p:nvSpPr>
        <p:spPr>
          <a:xfrm>
            <a:off x="211026" y="4800600"/>
            <a:ext cx="35661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333" name="Google Shape;333;p43"/>
          <p:cNvSpPr txBox="1"/>
          <p:nvPr>
            <p:ph idx="4294967295" type="body"/>
          </p:nvPr>
        </p:nvSpPr>
        <p:spPr>
          <a:xfrm>
            <a:off x="631912" y="886200"/>
            <a:ext cx="8263800" cy="3371100"/>
          </a:xfrm>
          <a:prstGeom prst="rect">
            <a:avLst/>
          </a:prstGeom>
          <a:noFill/>
          <a:ln>
            <a:noFill/>
          </a:ln>
        </p:spPr>
        <p:txBody>
          <a:bodyPr anchorCtr="0" anchor="t" bIns="46400" lIns="92825" spcFirstLastPara="1" rIns="92825" wrap="square" tIns="46400">
            <a:noAutofit/>
          </a:bodyPr>
          <a:lstStyle/>
          <a:p>
            <a:pPr indent="0" lvl="0" marL="0" rtl="0" algn="just">
              <a:lnSpc>
                <a:spcPct val="115000"/>
              </a:lnSpc>
              <a:spcBef>
                <a:spcPts val="1200"/>
              </a:spcBef>
              <a:spcAft>
                <a:spcPts val="0"/>
              </a:spcAft>
              <a:buNone/>
            </a:pPr>
            <a:r>
              <a:rPr b="1" lang="en" sz="2100">
                <a:latin typeface="Times New Roman"/>
                <a:ea typeface="Times New Roman"/>
                <a:cs typeface="Times New Roman"/>
                <a:sym typeface="Times New Roman"/>
              </a:rPr>
              <a:t>CodeCraft:</a:t>
            </a:r>
            <a:endParaRPr b="1" sz="2100">
              <a:latin typeface="Times New Roman"/>
              <a:ea typeface="Times New Roman"/>
              <a:cs typeface="Times New Roman"/>
              <a:sym typeface="Times New Roman"/>
            </a:endParaRPr>
          </a:p>
          <a:p>
            <a:pPr indent="-298450" lvl="0" marL="914400" rtl="0" algn="l">
              <a:lnSpc>
                <a:spcPct val="115000"/>
              </a:lnSpc>
              <a:spcBef>
                <a:spcPts val="1200"/>
              </a:spcBef>
              <a:spcAft>
                <a:spcPts val="0"/>
              </a:spcAft>
              <a:buClr>
                <a:schemeClr val="dk1"/>
              </a:buClr>
              <a:buSzPts val="1100"/>
              <a:buChar char="●"/>
            </a:pPr>
            <a:r>
              <a:rPr lang="en" sz="2100">
                <a:latin typeface="Times New Roman"/>
                <a:ea typeface="Times New Roman"/>
                <a:cs typeface="Times New Roman"/>
                <a:sym typeface="Times New Roman"/>
              </a:rPr>
              <a:t>Practice coding in programming such as Python and Node.js.</a:t>
            </a:r>
            <a:endParaRPr sz="2100">
              <a:latin typeface="Times New Roman"/>
              <a:ea typeface="Times New Roman"/>
              <a:cs typeface="Times New Roman"/>
              <a:sym typeface="Times New Roman"/>
            </a:endParaRPr>
          </a:p>
          <a:p>
            <a:pPr indent="-298450" lvl="0" marL="914400" rtl="0" algn="l">
              <a:lnSpc>
                <a:spcPct val="115000"/>
              </a:lnSpc>
              <a:spcBef>
                <a:spcPts val="0"/>
              </a:spcBef>
              <a:spcAft>
                <a:spcPts val="0"/>
              </a:spcAft>
              <a:buClr>
                <a:schemeClr val="dk1"/>
              </a:buClr>
              <a:buSzPts val="1100"/>
              <a:buChar char="●"/>
            </a:pPr>
            <a:r>
              <a:rPr lang="en" sz="2100">
                <a:latin typeface="Times New Roman"/>
                <a:ea typeface="Times New Roman"/>
                <a:cs typeface="Times New Roman"/>
                <a:sym typeface="Times New Roman"/>
              </a:rPr>
              <a:t>Store code snippets for future reference and practice sessions.</a:t>
            </a:r>
            <a:endParaRPr sz="2100">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t/>
            </a:r>
            <a:endParaRPr sz="2100">
              <a:latin typeface="Times New Roman"/>
              <a:ea typeface="Times New Roman"/>
              <a:cs typeface="Times New Roman"/>
              <a:sym typeface="Times New Roman"/>
            </a:endParaRPr>
          </a:p>
          <a:p>
            <a:pPr indent="0" lvl="0" marL="457200" rtl="0" algn="just">
              <a:lnSpc>
                <a:spcPct val="115000"/>
              </a:lnSpc>
              <a:spcBef>
                <a:spcPts val="1200"/>
              </a:spcBef>
              <a:spcAft>
                <a:spcPts val="1200"/>
              </a:spcAft>
              <a:buNone/>
            </a:pPr>
            <a:r>
              <a:t/>
            </a:r>
            <a:endParaRPr sz="2100">
              <a:latin typeface="Times New Roman"/>
              <a:ea typeface="Times New Roman"/>
              <a:cs typeface="Times New Roman"/>
              <a:sym typeface="Times New Roman"/>
            </a:endParaRPr>
          </a:p>
        </p:txBody>
      </p:sp>
      <p:sp>
        <p:nvSpPr>
          <p:cNvPr id="334" name="Google Shape;334;p43"/>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18</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4"/>
          <p:cNvSpPr txBox="1"/>
          <p:nvPr>
            <p:ph idx="4294967295" type="title"/>
          </p:nvPr>
        </p:nvSpPr>
        <p:spPr>
          <a:xfrm>
            <a:off x="0" y="0"/>
            <a:ext cx="9143100" cy="85650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lang="en" sz="3100">
                <a:solidFill>
                  <a:schemeClr val="dk1"/>
                </a:solidFill>
                <a:latin typeface="Times New Roman"/>
                <a:ea typeface="Times New Roman"/>
                <a:cs typeface="Times New Roman"/>
                <a:sym typeface="Times New Roman"/>
              </a:rPr>
              <a:t>MODULES</a:t>
            </a:r>
            <a:endParaRPr sz="3100"/>
          </a:p>
        </p:txBody>
      </p:sp>
      <p:sp>
        <p:nvSpPr>
          <p:cNvPr id="341" name="Google Shape;341;p44"/>
          <p:cNvSpPr txBox="1"/>
          <p:nvPr>
            <p:ph idx="11" type="ftr"/>
          </p:nvPr>
        </p:nvSpPr>
        <p:spPr>
          <a:xfrm>
            <a:off x="211026" y="4800600"/>
            <a:ext cx="35661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342" name="Google Shape;342;p44"/>
          <p:cNvSpPr txBox="1"/>
          <p:nvPr>
            <p:ph idx="4294967295" type="body"/>
          </p:nvPr>
        </p:nvSpPr>
        <p:spPr>
          <a:xfrm>
            <a:off x="631912" y="886200"/>
            <a:ext cx="8263800" cy="3371100"/>
          </a:xfrm>
          <a:prstGeom prst="rect">
            <a:avLst/>
          </a:prstGeom>
          <a:noFill/>
          <a:ln>
            <a:noFill/>
          </a:ln>
        </p:spPr>
        <p:txBody>
          <a:bodyPr anchorCtr="0" anchor="t" bIns="46400" lIns="92825" spcFirstLastPara="1" rIns="92825" wrap="square" tIns="46400">
            <a:noAutofit/>
          </a:bodyPr>
          <a:lstStyle/>
          <a:p>
            <a:pPr indent="0" lvl="0" marL="0" rtl="0" algn="l">
              <a:lnSpc>
                <a:spcPct val="115000"/>
              </a:lnSpc>
              <a:spcBef>
                <a:spcPts val="1200"/>
              </a:spcBef>
              <a:spcAft>
                <a:spcPts val="0"/>
              </a:spcAft>
              <a:buNone/>
            </a:pPr>
            <a:r>
              <a:rPr b="1" lang="en" sz="2100">
                <a:solidFill>
                  <a:schemeClr val="dk1"/>
                </a:solidFill>
                <a:latin typeface="Times New Roman"/>
                <a:ea typeface="Times New Roman"/>
                <a:cs typeface="Times New Roman"/>
                <a:sym typeface="Times New Roman"/>
              </a:rPr>
              <a:t>Recommendation System:</a:t>
            </a:r>
            <a:endParaRPr sz="2100">
              <a:solidFill>
                <a:schemeClr val="dk1"/>
              </a:solidFill>
              <a:latin typeface="Times New Roman"/>
              <a:ea typeface="Times New Roman"/>
              <a:cs typeface="Times New Roman"/>
              <a:sym typeface="Times New Roman"/>
            </a:endParaRPr>
          </a:p>
          <a:p>
            <a:pPr indent="-298450" lvl="0" marL="914400" rtl="0" algn="just">
              <a:lnSpc>
                <a:spcPct val="115000"/>
              </a:lnSpc>
              <a:spcBef>
                <a:spcPts val="1200"/>
              </a:spcBef>
              <a:spcAft>
                <a:spcPts val="0"/>
              </a:spcAft>
              <a:buClr>
                <a:schemeClr val="dk1"/>
              </a:buClr>
              <a:buSzPts val="1100"/>
              <a:buFont typeface="Times New Roman"/>
              <a:buChar char="●"/>
            </a:pPr>
            <a:r>
              <a:rPr lang="en" sz="2100">
                <a:solidFill>
                  <a:schemeClr val="dk1"/>
                </a:solidFill>
                <a:latin typeface="Times New Roman"/>
                <a:ea typeface="Times New Roman"/>
                <a:cs typeface="Times New Roman"/>
                <a:sym typeface="Times New Roman"/>
              </a:rPr>
              <a:t>Utilize content-based filtering technique to recommend courses and learning materials based on the user's past interactions, preferences, and the content similarity of courses.</a:t>
            </a:r>
            <a:endParaRPr sz="2100">
              <a:solidFill>
                <a:schemeClr val="dk1"/>
              </a:solidFill>
              <a:latin typeface="Times New Roman"/>
              <a:ea typeface="Times New Roman"/>
              <a:cs typeface="Times New Roman"/>
              <a:sym typeface="Times New Roman"/>
            </a:endParaRPr>
          </a:p>
          <a:p>
            <a:pPr indent="-298450" lvl="0" marL="914400" rtl="0" algn="just">
              <a:lnSpc>
                <a:spcPct val="115000"/>
              </a:lnSpc>
              <a:spcBef>
                <a:spcPts val="1200"/>
              </a:spcBef>
              <a:spcAft>
                <a:spcPts val="0"/>
              </a:spcAft>
              <a:buClr>
                <a:schemeClr val="dk1"/>
              </a:buClr>
              <a:buSzPts val="1100"/>
              <a:buChar char="●"/>
            </a:pPr>
            <a:r>
              <a:rPr lang="en" sz="2100">
                <a:solidFill>
                  <a:schemeClr val="dk1"/>
                </a:solidFill>
                <a:latin typeface="Times New Roman"/>
                <a:ea typeface="Times New Roman"/>
                <a:cs typeface="Times New Roman"/>
                <a:sym typeface="Times New Roman"/>
              </a:rPr>
              <a:t>It analyzes the content of courses, modules, and resources to understand their topics, difficulty levels, and relevance to specific skills or interests.</a:t>
            </a:r>
            <a:endParaRPr sz="2100">
              <a:solidFill>
                <a:schemeClr val="dk1"/>
              </a:solidFill>
              <a:latin typeface="Times New Roman"/>
              <a:ea typeface="Times New Roman"/>
              <a:cs typeface="Times New Roman"/>
              <a:sym typeface="Times New Roman"/>
            </a:endParaRPr>
          </a:p>
          <a:p>
            <a:pPr indent="0" lvl="0" marL="914400" rtl="0" algn="just">
              <a:lnSpc>
                <a:spcPct val="115000"/>
              </a:lnSpc>
              <a:spcBef>
                <a:spcPts val="1200"/>
              </a:spcBef>
              <a:spcAft>
                <a:spcPts val="0"/>
              </a:spcAft>
              <a:buNone/>
            </a:pPr>
            <a:r>
              <a:t/>
            </a:r>
            <a:endParaRPr sz="2100">
              <a:solidFill>
                <a:schemeClr val="dk1"/>
              </a:solidFill>
              <a:latin typeface="Times New Roman"/>
              <a:ea typeface="Times New Roman"/>
              <a:cs typeface="Times New Roman"/>
              <a:sym typeface="Times New Roman"/>
            </a:endParaRPr>
          </a:p>
          <a:p>
            <a:pPr indent="0" lvl="0" marL="914400" rtl="0" algn="just">
              <a:lnSpc>
                <a:spcPct val="115000"/>
              </a:lnSpc>
              <a:spcBef>
                <a:spcPts val="1200"/>
              </a:spcBef>
              <a:spcAft>
                <a:spcPts val="0"/>
              </a:spcAft>
              <a:buNone/>
            </a:pPr>
            <a:r>
              <a:t/>
            </a:r>
            <a:endParaRPr sz="2100">
              <a:solidFill>
                <a:schemeClr val="dk1"/>
              </a:solidFill>
              <a:latin typeface="Times New Roman"/>
              <a:ea typeface="Times New Roman"/>
              <a:cs typeface="Times New Roman"/>
              <a:sym typeface="Times New Roman"/>
            </a:endParaRPr>
          </a:p>
          <a:p>
            <a:pPr indent="0" lvl="0" marL="914400" rtl="0" algn="just">
              <a:lnSpc>
                <a:spcPct val="115000"/>
              </a:lnSpc>
              <a:spcBef>
                <a:spcPts val="1200"/>
              </a:spcBef>
              <a:spcAft>
                <a:spcPts val="0"/>
              </a:spcAft>
              <a:buNone/>
            </a:pPr>
            <a:r>
              <a:t/>
            </a:r>
            <a:endParaRPr sz="2100">
              <a:solidFill>
                <a:schemeClr val="dk1"/>
              </a:solidFill>
              <a:latin typeface="Times New Roman"/>
              <a:ea typeface="Times New Roman"/>
              <a:cs typeface="Times New Roman"/>
              <a:sym typeface="Times New Roman"/>
            </a:endParaRPr>
          </a:p>
          <a:p>
            <a:pPr indent="0" lvl="0" marL="457200" rtl="0" algn="just">
              <a:lnSpc>
                <a:spcPct val="115000"/>
              </a:lnSpc>
              <a:spcBef>
                <a:spcPts val="1200"/>
              </a:spcBef>
              <a:spcAft>
                <a:spcPts val="1200"/>
              </a:spcAft>
              <a:buNone/>
            </a:pPr>
            <a:r>
              <a:t/>
            </a:r>
            <a:endParaRPr sz="2100">
              <a:latin typeface="Times New Roman"/>
              <a:ea typeface="Times New Roman"/>
              <a:cs typeface="Times New Roman"/>
              <a:sym typeface="Times New Roman"/>
            </a:endParaRPr>
          </a:p>
        </p:txBody>
      </p:sp>
      <p:sp>
        <p:nvSpPr>
          <p:cNvPr id="343" name="Google Shape;343;p44"/>
          <p:cNvSpPr txBox="1"/>
          <p:nvPr>
            <p:ph idx="12" type="sldNum"/>
          </p:nvPr>
        </p:nvSpPr>
        <p:spPr>
          <a:xfrm>
            <a:off x="6553108" y="4767390"/>
            <a:ext cx="2132700" cy="27300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19</a:t>
            </a:r>
            <a:endParaRPr b="0" i="0" sz="1200" u="none" cap="none" strike="noStrike">
              <a:solidFill>
                <a:srgbClr val="8B8B8B"/>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5"/>
          <p:cNvSpPr txBox="1"/>
          <p:nvPr>
            <p:ph idx="4294967295" type="title"/>
          </p:nvPr>
        </p:nvSpPr>
        <p:spPr>
          <a:xfrm>
            <a:off x="0" y="0"/>
            <a:ext cx="9143114" cy="856440"/>
          </a:xfrm>
          <a:prstGeom prst="rect">
            <a:avLst/>
          </a:prstGeom>
          <a:noFill/>
          <a:ln>
            <a:noFill/>
          </a:ln>
        </p:spPr>
        <p:txBody>
          <a:bodyPr anchorCtr="0" anchor="ctr" bIns="46400" lIns="92825" spcFirstLastPara="1" rIns="92825" wrap="square" tIns="46400">
            <a:normAutofit/>
          </a:bodyPr>
          <a:lstStyle/>
          <a:p>
            <a:pPr indent="0" lvl="0" marL="0" marR="0" rtl="0" algn="ctr">
              <a:lnSpc>
                <a:spcPct val="100000"/>
              </a:lnSpc>
              <a:spcBef>
                <a:spcPts val="0"/>
              </a:spcBef>
              <a:spcAft>
                <a:spcPts val="0"/>
              </a:spcAft>
              <a:buClr>
                <a:srgbClr val="000000"/>
              </a:buClr>
              <a:buSzPts val="3100"/>
              <a:buFont typeface="Times New Roman"/>
              <a:buNone/>
            </a:pPr>
            <a:r>
              <a:rPr b="1" i="0" lang="en" sz="3100" u="none" cap="none" strike="noStrike">
                <a:solidFill>
                  <a:srgbClr val="000000"/>
                </a:solidFill>
                <a:latin typeface="Times New Roman"/>
                <a:ea typeface="Times New Roman"/>
                <a:cs typeface="Times New Roman"/>
                <a:sym typeface="Times New Roman"/>
              </a:rPr>
              <a:t>REFERENCES</a:t>
            </a:r>
            <a:endParaRPr b="0" i="0" sz="3100" u="none" cap="none" strike="noStrike">
              <a:latin typeface="Arial"/>
              <a:ea typeface="Arial"/>
              <a:cs typeface="Arial"/>
              <a:sym typeface="Arial"/>
            </a:endParaRPr>
          </a:p>
        </p:txBody>
      </p:sp>
      <p:sp>
        <p:nvSpPr>
          <p:cNvPr id="350" name="Google Shape;350;p45"/>
          <p:cNvSpPr txBox="1"/>
          <p:nvPr>
            <p:ph idx="4294967295" type="body"/>
          </p:nvPr>
        </p:nvSpPr>
        <p:spPr>
          <a:xfrm>
            <a:off x="1044176" y="971450"/>
            <a:ext cx="7641600" cy="3657000"/>
          </a:xfrm>
          <a:prstGeom prst="rect">
            <a:avLst/>
          </a:prstGeom>
          <a:noFill/>
          <a:ln>
            <a:noFill/>
          </a:ln>
        </p:spPr>
        <p:txBody>
          <a:bodyPr anchorCtr="0" anchor="t" bIns="46400" lIns="92825" spcFirstLastPara="1" rIns="92825" wrap="square" tIns="46400">
            <a:noAutofit/>
          </a:bodyPr>
          <a:lstStyle/>
          <a:p>
            <a:pPr indent="0" lvl="0" marL="0" marR="0" rtl="0" algn="just">
              <a:lnSpc>
                <a:spcPct val="100000"/>
              </a:lnSpc>
              <a:spcBef>
                <a:spcPts val="0"/>
              </a:spcBef>
              <a:spcAft>
                <a:spcPts val="0"/>
              </a:spcAft>
              <a:buClr>
                <a:srgbClr val="000000"/>
              </a:buClr>
              <a:buSzPts val="2100"/>
              <a:buFont typeface="Times New Roman"/>
              <a:buNone/>
            </a:pPr>
            <a:r>
              <a:rPr i="0" lang="en" sz="2100" u="none" cap="none" strike="noStrike">
                <a:solidFill>
                  <a:srgbClr val="000000"/>
                </a:solidFill>
                <a:latin typeface="Times New Roman"/>
                <a:ea typeface="Times New Roman"/>
                <a:cs typeface="Times New Roman"/>
                <a:sym typeface="Times New Roman"/>
              </a:rPr>
              <a:t>S. V. Phulari, Abhishek Lavale, Prajwal Gadekar, Abhishek Raut,  Kishor Naykodi, “Academia : Web Platform for E</a:t>
            </a:r>
            <a:r>
              <a:rPr i="0" lang="en" sz="2100" u="none" cap="none" strike="noStrike">
                <a:solidFill>
                  <a:srgbClr val="000000"/>
                </a:solidFill>
                <a:latin typeface="Times New Roman"/>
                <a:ea typeface="Times New Roman"/>
                <a:cs typeface="Times New Roman"/>
                <a:sym typeface="Times New Roman"/>
              </a:rPr>
              <a:t>-</a:t>
            </a:r>
            <a:r>
              <a:rPr i="0" lang="en" sz="2100" u="none" cap="none" strike="noStrike">
                <a:solidFill>
                  <a:srgbClr val="000000"/>
                </a:solidFill>
                <a:latin typeface="Times New Roman"/>
                <a:ea typeface="Times New Roman"/>
                <a:cs typeface="Times New Roman"/>
                <a:sym typeface="Times New Roman"/>
              </a:rPr>
              <a:t>learning.” ISSN: </a:t>
            </a:r>
            <a:r>
              <a:rPr i="0" lang="en" sz="2100" u="none" cap="none" strike="noStrike">
                <a:solidFill>
                  <a:srgbClr val="000000"/>
                </a:solidFill>
                <a:latin typeface="Times New Roman"/>
                <a:ea typeface="Times New Roman"/>
                <a:cs typeface="Times New Roman"/>
                <a:sym typeface="Times New Roman"/>
              </a:rPr>
              <a:t>2</a:t>
            </a:r>
            <a:r>
              <a:rPr i="0" lang="en" sz="2100" u="none" cap="none" strike="noStrike">
                <a:solidFill>
                  <a:srgbClr val="000000"/>
                </a:solidFill>
                <a:latin typeface="Times New Roman"/>
                <a:ea typeface="Times New Roman"/>
                <a:cs typeface="Times New Roman"/>
                <a:sym typeface="Times New Roman"/>
              </a:rPr>
              <a:t>321-9653, Volume :10, Issue : 1,</a:t>
            </a:r>
            <a:r>
              <a:rPr i="0" lang="en" sz="2100" u="none" cap="none" strike="noStrike">
                <a:solidFill>
                  <a:srgbClr val="000000"/>
                </a:solidFill>
                <a:latin typeface="Times New Roman"/>
                <a:ea typeface="Times New Roman"/>
                <a:cs typeface="Times New Roman"/>
                <a:sym typeface="Times New Roman"/>
              </a:rPr>
              <a:t> pp: 284-290, </a:t>
            </a:r>
            <a:r>
              <a:rPr i="0" lang="en" sz="2100" u="none" cap="none" strike="noStrike">
                <a:solidFill>
                  <a:srgbClr val="000000"/>
                </a:solidFill>
                <a:latin typeface="Times New Roman"/>
                <a:ea typeface="Times New Roman"/>
                <a:cs typeface="Times New Roman"/>
                <a:sym typeface="Times New Roman"/>
              </a:rPr>
              <a:t>January   2022.</a:t>
            </a:r>
            <a:endParaRPr i="0" sz="2100" u="none" cap="none" strike="noStrike">
              <a:latin typeface="Times New Roman"/>
              <a:ea typeface="Times New Roman"/>
              <a:cs typeface="Times New Roman"/>
              <a:sym typeface="Times New Roman"/>
            </a:endParaRPr>
          </a:p>
          <a:p>
            <a:pPr indent="0" lvl="0" marL="0" marR="0" rtl="0" algn="just">
              <a:lnSpc>
                <a:spcPct val="100000"/>
              </a:lnSpc>
              <a:spcBef>
                <a:spcPts val="400"/>
              </a:spcBef>
              <a:spcAft>
                <a:spcPts val="0"/>
              </a:spcAft>
              <a:buSzPts val="2100"/>
              <a:buFont typeface="Arial"/>
              <a:buNone/>
            </a:pPr>
            <a:r>
              <a:rPr lang="en" sz="2100">
                <a:solidFill>
                  <a:schemeClr val="dk1"/>
                </a:solidFill>
                <a:latin typeface="Times New Roman"/>
                <a:ea typeface="Times New Roman"/>
                <a:cs typeface="Times New Roman"/>
                <a:sym typeface="Times New Roman"/>
              </a:rPr>
              <a:t>Sawsan Al-Skaf, Khadija Alhumaid, Enaam Youssef, Mohammed Habes, and Said A. Salloum</a:t>
            </a:r>
            <a:r>
              <a:rPr lang="en" sz="2100">
                <a:latin typeface="Times New Roman"/>
                <a:ea typeface="Times New Roman"/>
                <a:cs typeface="Times New Roman"/>
                <a:sym typeface="Times New Roman"/>
              </a:rPr>
              <a:t>, </a:t>
            </a:r>
            <a:r>
              <a:rPr lang="en" sz="2100">
                <a:solidFill>
                  <a:schemeClr val="dk1"/>
                </a:solidFill>
                <a:latin typeface="Times New Roman"/>
                <a:ea typeface="Times New Roman"/>
                <a:cs typeface="Times New Roman"/>
                <a:sym typeface="Times New Roman"/>
              </a:rPr>
              <a:t>“</a:t>
            </a:r>
            <a:r>
              <a:rPr lang="en" sz="2100">
                <a:latin typeface="Times New Roman"/>
                <a:ea typeface="Times New Roman"/>
                <a:cs typeface="Times New Roman"/>
                <a:sym typeface="Times New Roman"/>
              </a:rPr>
              <a:t>The Acceptance of Social Media Sites: An Empirical Study Using PLS-SEM and ML Approaches</a:t>
            </a:r>
            <a:r>
              <a:rPr lang="en" sz="2100">
                <a:solidFill>
                  <a:schemeClr val="dk1"/>
                </a:solidFill>
                <a:latin typeface="Times New Roman"/>
                <a:ea typeface="Times New Roman"/>
                <a:cs typeface="Times New Roman"/>
                <a:sym typeface="Times New Roman"/>
              </a:rPr>
              <a:t>” AMLTA 2021, AISC 1339, pp. 548–558, 2021.</a:t>
            </a:r>
            <a:endParaRPr sz="2100">
              <a:latin typeface="Times New Roman"/>
              <a:ea typeface="Times New Roman"/>
              <a:cs typeface="Times New Roman"/>
              <a:sym typeface="Times New Roman"/>
            </a:endParaRPr>
          </a:p>
          <a:p>
            <a:pPr indent="0" lvl="0" marL="0" rtl="0" algn="just">
              <a:spcBef>
                <a:spcPts val="400"/>
              </a:spcBef>
              <a:spcAft>
                <a:spcPts val="0"/>
              </a:spcAft>
              <a:buClr>
                <a:schemeClr val="dk1"/>
              </a:buClr>
              <a:buSzPts val="2100"/>
              <a:buFont typeface="Calibri"/>
              <a:buNone/>
            </a:pPr>
            <a:r>
              <a:rPr lang="en" sz="2100">
                <a:solidFill>
                  <a:schemeClr val="dk1"/>
                </a:solidFill>
                <a:latin typeface="Times New Roman"/>
                <a:ea typeface="Times New Roman"/>
                <a:cs typeface="Times New Roman"/>
                <a:sym typeface="Times New Roman"/>
              </a:rPr>
              <a:t>Nouf S. Aldahwan, Nourah I. Alsaeed, “Use of Artificial Intelligent in Learning Management System (LMS): A Systematic Literature Review” Volume 175– No. 13, August 2020</a:t>
            </a:r>
            <a:endParaRPr sz="2100">
              <a:solidFill>
                <a:schemeClr val="dk1"/>
              </a:solidFill>
              <a:latin typeface="Times New Roman"/>
              <a:ea typeface="Times New Roman"/>
              <a:cs typeface="Times New Roman"/>
              <a:sym typeface="Times New Roman"/>
            </a:endParaRPr>
          </a:p>
          <a:p>
            <a:pPr indent="0" lvl="0" marL="0" marR="0" rtl="0" algn="just">
              <a:lnSpc>
                <a:spcPct val="100000"/>
              </a:lnSpc>
              <a:spcBef>
                <a:spcPts val="400"/>
              </a:spcBef>
              <a:spcAft>
                <a:spcPts val="0"/>
              </a:spcAft>
              <a:buSzPts val="2100"/>
              <a:buFont typeface="Arial"/>
              <a:buNone/>
            </a:pPr>
            <a:r>
              <a:t/>
            </a:r>
            <a:endParaRPr sz="2100">
              <a:latin typeface="Times New Roman"/>
              <a:ea typeface="Times New Roman"/>
              <a:cs typeface="Times New Roman"/>
              <a:sym typeface="Times New Roman"/>
            </a:endParaRPr>
          </a:p>
        </p:txBody>
      </p:sp>
      <p:sp>
        <p:nvSpPr>
          <p:cNvPr id="351" name="Google Shape;351;p45"/>
          <p:cNvSpPr txBox="1"/>
          <p:nvPr>
            <p:ph idx="11" type="ftr"/>
          </p:nvPr>
        </p:nvSpPr>
        <p:spPr>
          <a:xfrm>
            <a:off x="211026" y="4800600"/>
            <a:ext cx="3540300" cy="273000"/>
          </a:xfrm>
          <a:prstGeom prst="rect">
            <a:avLst/>
          </a:prstGeom>
          <a:noFill/>
          <a:ln>
            <a:noFill/>
          </a:ln>
        </p:spPr>
        <p:txBody>
          <a:bodyPr anchorCtr="0" anchor="ctr" bIns="46400" lIns="92825" spcFirstLastPara="1" rIns="92825" wrap="square" tIns="46400">
            <a:noAutofit/>
          </a:bodyPr>
          <a:lstStyle/>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DEPARTMENT OF COMPUTER SCIENCE </a:t>
            </a:r>
            <a:r>
              <a:rPr lang="en" sz="900">
                <a:latin typeface="Times New Roman"/>
                <a:ea typeface="Times New Roman"/>
                <a:cs typeface="Times New Roman"/>
                <a:sym typeface="Times New Roman"/>
              </a:rPr>
              <a:t>AND</a:t>
            </a:r>
            <a:r>
              <a:rPr b="0" i="0" lang="en" sz="900" u="none" cap="none" strike="noStrike">
                <a:solidFill>
                  <a:srgbClr val="8B8B8B"/>
                </a:solidFill>
                <a:latin typeface="Times New Roman"/>
                <a:ea typeface="Times New Roman"/>
                <a:cs typeface="Times New Roman"/>
                <a:sym typeface="Times New Roman"/>
              </a:rPr>
              <a:t> ENGINEERING </a:t>
            </a:r>
            <a:endParaRPr b="0" i="0" sz="900" u="none" cap="none" strike="noStrike">
              <a:solidFill>
                <a:srgbClr val="8B8B8B"/>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8B8B8B"/>
              </a:buClr>
              <a:buSzPts val="900"/>
              <a:buFont typeface="Times New Roman"/>
              <a:buNone/>
            </a:pPr>
            <a:r>
              <a:rPr b="0" i="0" lang="en" sz="900" u="none" cap="none" strike="noStrike">
                <a:solidFill>
                  <a:srgbClr val="8B8B8B"/>
                </a:solidFill>
                <a:latin typeface="Times New Roman"/>
                <a:ea typeface="Times New Roman"/>
                <a:cs typeface="Times New Roman"/>
                <a:sym typeface="Times New Roman"/>
              </a:rPr>
              <a:t>THAMIRABHARANI ENGINEERING COLLEGE</a:t>
            </a:r>
            <a:endParaRPr b="0" i="0" sz="900" u="none" cap="none" strike="noStrike">
              <a:solidFill>
                <a:srgbClr val="8B8B8B"/>
              </a:solidFill>
              <a:latin typeface="Times New Roman"/>
              <a:ea typeface="Times New Roman"/>
              <a:cs typeface="Times New Roman"/>
              <a:sym typeface="Times New Roman"/>
            </a:endParaRPr>
          </a:p>
        </p:txBody>
      </p:sp>
      <p:sp>
        <p:nvSpPr>
          <p:cNvPr id="352" name="Google Shape;352;p45"/>
          <p:cNvSpPr txBox="1"/>
          <p:nvPr>
            <p:ph idx="12" type="sldNum"/>
          </p:nvPr>
        </p:nvSpPr>
        <p:spPr>
          <a:xfrm>
            <a:off x="6553108" y="4767390"/>
            <a:ext cx="2132751" cy="272970"/>
          </a:xfrm>
          <a:prstGeom prst="rect">
            <a:avLst/>
          </a:prstGeom>
          <a:noFill/>
          <a:ln>
            <a:noFill/>
          </a:ln>
        </p:spPr>
        <p:txBody>
          <a:bodyPr anchorCtr="0" anchor="ctr" bIns="46400" lIns="92825" spcFirstLastPara="1" rIns="92825" wrap="square" tIns="46400">
            <a:noAutofit/>
          </a:bodyPr>
          <a:lstStyle/>
          <a:p>
            <a:pPr indent="0" lvl="0" marL="0" marR="0" rtl="0" algn="r">
              <a:lnSpc>
                <a:spcPct val="100000"/>
              </a:lnSpc>
              <a:spcBef>
                <a:spcPts val="0"/>
              </a:spcBef>
              <a:spcAft>
                <a:spcPts val="0"/>
              </a:spcAft>
              <a:buClr>
                <a:srgbClr val="8B8B8B"/>
              </a:buClr>
              <a:buSzPts val="1200"/>
              <a:buFont typeface="Calibri"/>
              <a:buNone/>
            </a:pPr>
            <a:r>
              <a:rPr lang="en"/>
              <a:t>20</a:t>
            </a:r>
            <a:endParaRPr b="0" i="0" sz="1200" u="none" cap="none" strike="noStrike">
              <a:solidFill>
                <a:srgbClr val="8B8B8B"/>
              </a:solidFill>
              <a:latin typeface="Times New Roman"/>
              <a:ea typeface="Times New Roman"/>
              <a:cs typeface="Times New Roman"/>
              <a:sym typeface="Times New Roman"/>
            </a:endParaRPr>
          </a:p>
        </p:txBody>
      </p:sp>
      <p:sp>
        <p:nvSpPr>
          <p:cNvPr id="353" name="Google Shape;353;p45"/>
          <p:cNvSpPr txBox="1"/>
          <p:nvPr/>
        </p:nvSpPr>
        <p:spPr>
          <a:xfrm>
            <a:off x="211025" y="971450"/>
            <a:ext cx="825000" cy="313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2100">
                <a:solidFill>
                  <a:schemeClr val="dk1"/>
                </a:solidFill>
                <a:latin typeface="Times New Roman"/>
                <a:ea typeface="Times New Roman"/>
                <a:cs typeface="Times New Roman"/>
                <a:sym typeface="Times New Roman"/>
              </a:rPr>
              <a:t>[1]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None/>
            </a:pPr>
            <a:r>
              <a:rPr lang="en" sz="2100">
                <a:solidFill>
                  <a:schemeClr val="dk1"/>
                </a:solidFill>
                <a:latin typeface="Times New Roman"/>
                <a:ea typeface="Times New Roman"/>
                <a:cs typeface="Times New Roman"/>
                <a:sym typeface="Times New Roman"/>
              </a:rPr>
              <a:t>[2]</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100"/>
              <a:buFont typeface="Calibri"/>
              <a:buNone/>
            </a:pPr>
            <a:r>
              <a:t/>
            </a:r>
            <a:endParaRPr sz="2100">
              <a:solidFill>
                <a:schemeClr val="dk1"/>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100"/>
              <a:buFont typeface="Calibri"/>
              <a:buNone/>
            </a:pPr>
            <a:r>
              <a:rPr lang="en" sz="2100">
                <a:solidFill>
                  <a:schemeClr val="dk1"/>
                </a:solidFill>
                <a:latin typeface="Times New Roman"/>
                <a:ea typeface="Times New Roman"/>
                <a:cs typeface="Times New Roman"/>
                <a:sym typeface="Times New Roman"/>
              </a:rPr>
              <a:t>[3]	</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